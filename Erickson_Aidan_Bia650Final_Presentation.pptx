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4"/>
  </p:sldMasterIdLst>
  <p:notesMasterIdLst>
    <p:notesMasterId r:id="rId15"/>
  </p:notesMasterIdLst>
  <p:handoutMasterIdLst>
    <p:handoutMasterId r:id="rId16"/>
  </p:handoutMasterIdLst>
  <p:sldIdLst>
    <p:sldId id="1638" r:id="rId5"/>
    <p:sldId id="257" r:id="rId6"/>
    <p:sldId id="1612" r:id="rId7"/>
    <p:sldId id="1639" r:id="rId8"/>
    <p:sldId id="261" r:id="rId9"/>
    <p:sldId id="260" r:id="rId10"/>
    <p:sldId id="263" r:id="rId11"/>
    <p:sldId id="265" r:id="rId12"/>
    <p:sldId id="1640"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4E4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980D63-CC14-4971-8333-14F7796EC431}" v="113" dt="2025-06-29T17:10:10.747"/>
  </p1510:revLst>
</p1510:revInfo>
</file>

<file path=ppt/tableStyles.xml><?xml version="1.0" encoding="utf-8"?>
<a:tblStyleLst xmlns:a="http://schemas.openxmlformats.org/drawingml/2006/main" def="{073A0DAA-6AF3-43AB-8588-CEC1D06C72B9}"/>
</file>

<file path=ppt/viewProps.xml><?xml version="1.0" encoding="utf-8"?>
<p:viewPr xmlns:a="http://schemas.openxmlformats.org/drawingml/2006/main" xmlns:r="http://schemas.openxmlformats.org/officeDocument/2006/relationships" xmlns:p="http://schemas.openxmlformats.org/presentationml/2006/main">
  <p:normalViewPr>
    <p:restoredLeft sz="18990" autoAdjust="0"/>
    <p:restoredTop sz="72784" autoAdjust="0"/>
  </p:normalViewPr>
  <p:slideViewPr>
    <p:cSldViewPr snapToGrid="0">
      <p:cViewPr varScale="1">
        <p:scale>
          <a:sx n="125" d="100"/>
          <a:sy n="125" d="100"/>
        </p:scale>
        <p:origin x="1356" y="108"/>
      </p:cViewPr>
      <p:guideLst/>
    </p:cSldViewPr>
  </p:slideViewPr>
  <p:notesTextViewPr>
    <p:cViewPr>
      <p:scale>
        <a:sx n="3" d="2"/>
        <a:sy n="3" d="2"/>
      </p:scale>
      <p:origin x="0" y="0"/>
    </p:cViewPr>
  </p:notesTextViewPr>
  <p:sorterViewPr>
    <p:cViewPr>
      <p:scale>
        <a:sx n="130" d="100"/>
        <a:sy n="130" d="100"/>
      </p:scale>
      <p:origin x="0" y="-16464"/>
    </p:cViewPr>
  </p:sorterViewPr>
  <p:notesViewPr>
    <p:cSldViewPr snapToGrid="0">
      <p:cViewPr>
        <p:scale>
          <a:sx n="1" d="2"/>
          <a:sy n="1" d="2"/>
        </p:scale>
        <p:origin x="4632" y="10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dan Erickson" userId="276a8bb73a73aff3" providerId="LiveId" clId="{13980D63-CC14-4971-8333-14F7796EC431}"/>
    <pc:docChg chg="undo redo custSel addSld delSld modSld sldOrd">
      <pc:chgData name="Aidan Erickson" userId="276a8bb73a73aff3" providerId="LiveId" clId="{13980D63-CC14-4971-8333-14F7796EC431}" dt="2025-06-29T17:12:08.280" v="6576" actId="313"/>
      <pc:docMkLst>
        <pc:docMk/>
      </pc:docMkLst>
      <pc:sldChg chg="addSp delSp modSp mod modClrScheme chgLayout">
        <pc:chgData name="Aidan Erickson" userId="276a8bb73a73aff3" providerId="LiveId" clId="{13980D63-CC14-4971-8333-14F7796EC431}" dt="2025-06-28T19:22:24.190" v="5577" actId="20577"/>
        <pc:sldMkLst>
          <pc:docMk/>
          <pc:sldMk cId="4216523365" sldId="257"/>
        </pc:sldMkLst>
        <pc:spChg chg="mod ord">
          <ac:chgData name="Aidan Erickson" userId="276a8bb73a73aff3" providerId="LiveId" clId="{13980D63-CC14-4971-8333-14F7796EC431}" dt="2025-06-27T22:15:24.177" v="266" actId="26606"/>
          <ac:spMkLst>
            <pc:docMk/>
            <pc:sldMk cId="4216523365" sldId="257"/>
            <ac:spMk id="2" creationId="{93B255C6-1E2E-E4BD-2E9F-B3321C22A292}"/>
          </ac:spMkLst>
        </pc:spChg>
        <pc:spChg chg="mod ord">
          <ac:chgData name="Aidan Erickson" userId="276a8bb73a73aff3" providerId="LiveId" clId="{13980D63-CC14-4971-8333-14F7796EC431}" dt="2025-06-28T19:22:24.190" v="5577" actId="20577"/>
          <ac:spMkLst>
            <pc:docMk/>
            <pc:sldMk cId="4216523365" sldId="257"/>
            <ac:spMk id="3" creationId="{432C04E6-B771-F1FA-85F4-B7984DE55A8E}"/>
          </ac:spMkLst>
        </pc:spChg>
        <pc:spChg chg="add mod">
          <ac:chgData name="Aidan Erickson" userId="276a8bb73a73aff3" providerId="LiveId" clId="{13980D63-CC14-4971-8333-14F7796EC431}" dt="2025-06-27T22:15:24.177" v="266" actId="26606"/>
          <ac:spMkLst>
            <pc:docMk/>
            <pc:sldMk cId="4216523365" sldId="257"/>
            <ac:spMk id="9" creationId="{E456AACE-A993-3A86-4F94-EF1D2773A056}"/>
          </ac:spMkLst>
        </pc:spChg>
        <pc:spChg chg="add mod">
          <ac:chgData name="Aidan Erickson" userId="276a8bb73a73aff3" providerId="LiveId" clId="{13980D63-CC14-4971-8333-14F7796EC431}" dt="2025-06-27T22:15:24.177" v="266" actId="26606"/>
          <ac:spMkLst>
            <pc:docMk/>
            <pc:sldMk cId="4216523365" sldId="257"/>
            <ac:spMk id="11" creationId="{75A4958C-AB75-736E-4737-C29500793B6A}"/>
          </ac:spMkLst>
        </pc:spChg>
        <pc:spChg chg="add mod ord">
          <ac:chgData name="Aidan Erickson" userId="276a8bb73a73aff3" providerId="LiveId" clId="{13980D63-CC14-4971-8333-14F7796EC431}" dt="2025-06-27T22:15:24.177" v="266" actId="26606"/>
          <ac:spMkLst>
            <pc:docMk/>
            <pc:sldMk cId="4216523365" sldId="257"/>
            <ac:spMk id="13" creationId="{6B7DB897-AB20-0C72-AB84-9AB58804F687}"/>
          </ac:spMkLst>
        </pc:spChg>
        <pc:picChg chg="add mod ord">
          <ac:chgData name="Aidan Erickson" userId="276a8bb73a73aff3" providerId="LiveId" clId="{13980D63-CC14-4971-8333-14F7796EC431}" dt="2025-06-27T22:15:32.390" v="269" actId="14100"/>
          <ac:picMkLst>
            <pc:docMk/>
            <pc:sldMk cId="4216523365" sldId="257"/>
            <ac:picMk id="6" creationId="{C752A7EA-53CD-A496-DBC6-CBD0BD393B11}"/>
          </ac:picMkLst>
        </pc:picChg>
      </pc:sldChg>
      <pc:sldChg chg="del">
        <pc:chgData name="Aidan Erickson" userId="276a8bb73a73aff3" providerId="LiveId" clId="{13980D63-CC14-4971-8333-14F7796EC431}" dt="2025-06-27T22:05:16.055" v="162" actId="47"/>
        <pc:sldMkLst>
          <pc:docMk/>
          <pc:sldMk cId="1471035344" sldId="259"/>
        </pc:sldMkLst>
      </pc:sldChg>
      <pc:sldChg chg="addSp delSp modSp mod setBg chgLayout modNotesTx">
        <pc:chgData name="Aidan Erickson" userId="276a8bb73a73aff3" providerId="LiveId" clId="{13980D63-CC14-4971-8333-14F7796EC431}" dt="2025-06-28T19:33:29.630" v="6392" actId="20577"/>
        <pc:sldMkLst>
          <pc:docMk/>
          <pc:sldMk cId="4198690590" sldId="260"/>
        </pc:sldMkLst>
        <pc:spChg chg="mod ord">
          <ac:chgData name="Aidan Erickson" userId="276a8bb73a73aff3" providerId="LiveId" clId="{13980D63-CC14-4971-8333-14F7796EC431}" dt="2025-06-28T18:16:58.722" v="3753" actId="313"/>
          <ac:spMkLst>
            <pc:docMk/>
            <pc:sldMk cId="4198690590" sldId="260"/>
            <ac:spMk id="2" creationId="{EC22F81C-2BD8-A4FA-1C47-752CDA28131D}"/>
          </ac:spMkLst>
        </pc:spChg>
        <pc:spChg chg="del">
          <ac:chgData name="Aidan Erickson" userId="276a8bb73a73aff3" providerId="LiveId" clId="{13980D63-CC14-4971-8333-14F7796EC431}" dt="2025-06-28T02:33:21.847" v="1476" actId="478"/>
          <ac:spMkLst>
            <pc:docMk/>
            <pc:sldMk cId="4198690590" sldId="260"/>
            <ac:spMk id="3" creationId="{52D53411-4585-040B-5834-42C4EFE7629C}"/>
          </ac:spMkLst>
        </pc:spChg>
        <pc:spChg chg="add mod ord">
          <ac:chgData name="Aidan Erickson" userId="276a8bb73a73aff3" providerId="LiveId" clId="{13980D63-CC14-4971-8333-14F7796EC431}" dt="2025-06-28T17:52:19.871" v="3243" actId="700"/>
          <ac:spMkLst>
            <pc:docMk/>
            <pc:sldMk cId="4198690590" sldId="260"/>
            <ac:spMk id="7" creationId="{A6D6990F-A3CC-898D-4C99-834345EC0D93}"/>
          </ac:spMkLst>
        </pc:spChg>
        <pc:spChg chg="add mod ord">
          <ac:chgData name="Aidan Erickson" userId="276a8bb73a73aff3" providerId="LiveId" clId="{13980D63-CC14-4971-8333-14F7796EC431}" dt="2025-06-28T17:52:19.871" v="3243" actId="700"/>
          <ac:spMkLst>
            <pc:docMk/>
            <pc:sldMk cId="4198690590" sldId="260"/>
            <ac:spMk id="9" creationId="{7F70BDCB-7003-083C-E5BF-48B55282A1EB}"/>
          </ac:spMkLst>
        </pc:spChg>
        <pc:spChg chg="add mod ord">
          <ac:chgData name="Aidan Erickson" userId="276a8bb73a73aff3" providerId="LiveId" clId="{13980D63-CC14-4971-8333-14F7796EC431}" dt="2025-06-28T17:52:19.871" v="3243" actId="700"/>
          <ac:spMkLst>
            <pc:docMk/>
            <pc:sldMk cId="4198690590" sldId="260"/>
            <ac:spMk id="11" creationId="{589015CE-F767-2DDF-A485-A0503712B8E9}"/>
          </ac:spMkLst>
        </pc:spChg>
        <pc:spChg chg="add del mod">
          <ac:chgData name="Aidan Erickson" userId="276a8bb73a73aff3" providerId="LiveId" clId="{13980D63-CC14-4971-8333-14F7796EC431}" dt="2025-06-28T02:33:49.551" v="1479" actId="478"/>
          <ac:spMkLst>
            <pc:docMk/>
            <pc:sldMk cId="4198690590" sldId="260"/>
            <ac:spMk id="13" creationId="{E8A6B663-33CF-CC82-7896-604CC23D42BD}"/>
          </ac:spMkLst>
        </pc:spChg>
        <pc:picChg chg="add del mod">
          <ac:chgData name="Aidan Erickson" userId="276a8bb73a73aff3" providerId="LiveId" clId="{13980D63-CC14-4971-8333-14F7796EC431}" dt="2025-06-28T03:13:51.361" v="1522" actId="478"/>
          <ac:picMkLst>
            <pc:docMk/>
            <pc:sldMk cId="4198690590" sldId="260"/>
            <ac:picMk id="5" creationId="{72F2679A-0333-6964-359D-13B59EB258EB}"/>
          </ac:picMkLst>
        </pc:picChg>
        <pc:picChg chg="add mod">
          <ac:chgData name="Aidan Erickson" userId="276a8bb73a73aff3" providerId="LiveId" clId="{13980D63-CC14-4971-8333-14F7796EC431}" dt="2025-06-28T17:52:50.107" v="3249" actId="1440"/>
          <ac:picMkLst>
            <pc:docMk/>
            <pc:sldMk cId="4198690590" sldId="260"/>
            <ac:picMk id="8" creationId="{3AF40C35-C3CC-AB4C-600B-793BDB2AF57D}"/>
          </ac:picMkLst>
        </pc:picChg>
        <pc:picChg chg="add del mod modCrop">
          <ac:chgData name="Aidan Erickson" userId="276a8bb73a73aff3" providerId="LiveId" clId="{13980D63-CC14-4971-8333-14F7796EC431}" dt="2025-06-28T18:16:07.791" v="3727" actId="478"/>
          <ac:picMkLst>
            <pc:docMk/>
            <pc:sldMk cId="4198690590" sldId="260"/>
            <ac:picMk id="12" creationId="{BF643D90-FBED-C758-736D-781E02D3BA8F}"/>
          </ac:picMkLst>
        </pc:picChg>
        <pc:picChg chg="add mod ord">
          <ac:chgData name="Aidan Erickson" userId="276a8bb73a73aff3" providerId="LiveId" clId="{13980D63-CC14-4971-8333-14F7796EC431}" dt="2025-06-28T19:29:33.610" v="6207" actId="1076"/>
          <ac:picMkLst>
            <pc:docMk/>
            <pc:sldMk cId="4198690590" sldId="260"/>
            <ac:picMk id="14" creationId="{0FE75559-0693-1D77-4366-1D14236D1E71}"/>
          </ac:picMkLst>
        </pc:picChg>
        <pc:picChg chg="add mod">
          <ac:chgData name="Aidan Erickson" userId="276a8bb73a73aff3" providerId="LiveId" clId="{13980D63-CC14-4971-8333-14F7796EC431}" dt="2025-06-28T17:52:47.076" v="3248" actId="1440"/>
          <ac:picMkLst>
            <pc:docMk/>
            <pc:sldMk cId="4198690590" sldId="260"/>
            <ac:picMk id="1026" creationId="{EC7119DA-A615-B419-93FF-FFFA4CB11975}"/>
          </ac:picMkLst>
        </pc:picChg>
        <pc:inkChg chg="add">
          <ac:chgData name="Aidan Erickson" userId="276a8bb73a73aff3" providerId="LiveId" clId="{13980D63-CC14-4971-8333-14F7796EC431}" dt="2025-06-28T17:31:19.931" v="2096" actId="9405"/>
          <ac:inkMkLst>
            <pc:docMk/>
            <pc:sldMk cId="4198690590" sldId="260"/>
            <ac:inkMk id="3" creationId="{0F1E2D0E-E1E6-102D-9B73-78EC31FB76F8}"/>
          </ac:inkMkLst>
        </pc:inkChg>
        <pc:inkChg chg="add">
          <ac:chgData name="Aidan Erickson" userId="276a8bb73a73aff3" providerId="LiveId" clId="{13980D63-CC14-4971-8333-14F7796EC431}" dt="2025-06-28T17:31:21.591" v="2097" actId="9405"/>
          <ac:inkMkLst>
            <pc:docMk/>
            <pc:sldMk cId="4198690590" sldId="260"/>
            <ac:inkMk id="4" creationId="{2572C813-24D2-C202-E45E-56023CC71CCF}"/>
          </ac:inkMkLst>
        </pc:inkChg>
        <pc:inkChg chg="add">
          <ac:chgData name="Aidan Erickson" userId="276a8bb73a73aff3" providerId="LiveId" clId="{13980D63-CC14-4971-8333-14F7796EC431}" dt="2025-06-28T17:31:29.504" v="2098" actId="9405"/>
          <ac:inkMkLst>
            <pc:docMk/>
            <pc:sldMk cId="4198690590" sldId="260"/>
            <ac:inkMk id="5" creationId="{07B2F792-4F96-99E4-7564-A3E631D18AA8}"/>
          </ac:inkMkLst>
        </pc:inkChg>
        <pc:cxnChg chg="add mod">
          <ac:chgData name="Aidan Erickson" userId="276a8bb73a73aff3" providerId="LiveId" clId="{13980D63-CC14-4971-8333-14F7796EC431}" dt="2025-06-28T18:16:57.073" v="3752" actId="14100"/>
          <ac:cxnSpMkLst>
            <pc:docMk/>
            <pc:sldMk cId="4198690590" sldId="260"/>
            <ac:cxnSpMk id="15" creationId="{5D4B1348-3B35-4C30-FCAB-607C05838B44}"/>
          </ac:cxnSpMkLst>
        </pc:cxnChg>
      </pc:sldChg>
      <pc:sldChg chg="addSp delSp modSp mod ord chgLayout modNotesTx">
        <pc:chgData name="Aidan Erickson" userId="276a8bb73a73aff3" providerId="LiveId" clId="{13980D63-CC14-4971-8333-14F7796EC431}" dt="2025-06-28T19:29:11.928" v="6190" actId="20577"/>
        <pc:sldMkLst>
          <pc:docMk/>
          <pc:sldMk cId="187927555" sldId="261"/>
        </pc:sldMkLst>
        <pc:spChg chg="mod">
          <ac:chgData name="Aidan Erickson" userId="276a8bb73a73aff3" providerId="LiveId" clId="{13980D63-CC14-4971-8333-14F7796EC431}" dt="2025-06-28T17:33:30.891" v="2173" actId="14100"/>
          <ac:spMkLst>
            <pc:docMk/>
            <pc:sldMk cId="187927555" sldId="261"/>
            <ac:spMk id="2" creationId="{9BB750E1-014E-2F32-5FE0-025C27322ADF}"/>
          </ac:spMkLst>
        </pc:spChg>
        <pc:spChg chg="del mod">
          <ac:chgData name="Aidan Erickson" userId="276a8bb73a73aff3" providerId="LiveId" clId="{13980D63-CC14-4971-8333-14F7796EC431}" dt="2025-06-28T03:17:04.395" v="1606" actId="478"/>
          <ac:spMkLst>
            <pc:docMk/>
            <pc:sldMk cId="187927555" sldId="261"/>
            <ac:spMk id="3" creationId="{A36B70B6-B9DD-8293-E045-C9E0BE21FEB2}"/>
          </ac:spMkLst>
        </pc:spChg>
        <pc:spChg chg="add del mod">
          <ac:chgData name="Aidan Erickson" userId="276a8bb73a73aff3" providerId="LiveId" clId="{13980D63-CC14-4971-8333-14F7796EC431}" dt="2025-06-28T03:17:05.858" v="1607" actId="478"/>
          <ac:spMkLst>
            <pc:docMk/>
            <pc:sldMk cId="187927555" sldId="261"/>
            <ac:spMk id="5" creationId="{60979D84-AFEC-FDBA-205B-2A51B091036F}"/>
          </ac:spMkLst>
        </pc:spChg>
        <pc:spChg chg="add mod">
          <ac:chgData name="Aidan Erickson" userId="276a8bb73a73aff3" providerId="LiveId" clId="{13980D63-CC14-4971-8333-14F7796EC431}" dt="2025-06-28T17:40:28.870" v="2435" actId="20577"/>
          <ac:spMkLst>
            <pc:docMk/>
            <pc:sldMk cId="187927555" sldId="261"/>
            <ac:spMk id="9" creationId="{B9DBE109-8F50-12BF-BB3E-5C1C26AAF33F}"/>
          </ac:spMkLst>
        </pc:spChg>
        <pc:picChg chg="add mod">
          <ac:chgData name="Aidan Erickson" userId="276a8bb73a73aff3" providerId="LiveId" clId="{13980D63-CC14-4971-8333-14F7796EC431}" dt="2025-06-28T17:52:55.584" v="3251" actId="571"/>
          <ac:picMkLst>
            <pc:docMk/>
            <pc:sldMk cId="187927555" sldId="261"/>
            <ac:picMk id="3" creationId="{24E4DE15-F2C6-19A7-5990-5A84519D22A0}"/>
          </ac:picMkLst>
        </pc:picChg>
        <pc:picChg chg="add mod">
          <ac:chgData name="Aidan Erickson" userId="276a8bb73a73aff3" providerId="LiveId" clId="{13980D63-CC14-4971-8333-14F7796EC431}" dt="2025-06-28T17:52:55.584" v="3251" actId="571"/>
          <ac:picMkLst>
            <pc:docMk/>
            <pc:sldMk cId="187927555" sldId="261"/>
            <ac:picMk id="4" creationId="{57195170-063A-D4AC-0CC7-301BCF1C72D6}"/>
          </ac:picMkLst>
        </pc:picChg>
        <pc:picChg chg="add mod">
          <ac:chgData name="Aidan Erickson" userId="276a8bb73a73aff3" providerId="LiveId" clId="{13980D63-CC14-4971-8333-14F7796EC431}" dt="2025-06-28T17:53:09.630" v="3257" actId="1035"/>
          <ac:picMkLst>
            <pc:docMk/>
            <pc:sldMk cId="187927555" sldId="261"/>
            <ac:picMk id="6" creationId="{8C3CFE76-59A5-2060-834E-E295B5CD9C07}"/>
          </ac:picMkLst>
        </pc:picChg>
        <pc:picChg chg="add mod">
          <ac:chgData name="Aidan Erickson" userId="276a8bb73a73aff3" providerId="LiveId" clId="{13980D63-CC14-4971-8333-14F7796EC431}" dt="2025-06-28T17:53:15.862" v="3268" actId="1036"/>
          <ac:picMkLst>
            <pc:docMk/>
            <pc:sldMk cId="187927555" sldId="261"/>
            <ac:picMk id="7" creationId="{F8115B42-CB0D-6168-AF1D-1DB3B32408C3}"/>
          </ac:picMkLst>
        </pc:picChg>
      </pc:sldChg>
      <pc:sldChg chg="addSp delSp modSp mod ord modClrScheme chgLayout modNotesTx">
        <pc:chgData name="Aidan Erickson" userId="276a8bb73a73aff3" providerId="LiveId" clId="{13980D63-CC14-4971-8333-14F7796EC431}" dt="2025-06-28T19:33:45.214" v="6395" actId="20577"/>
        <pc:sldMkLst>
          <pc:docMk/>
          <pc:sldMk cId="1941379388" sldId="263"/>
        </pc:sldMkLst>
        <pc:spChg chg="mod">
          <ac:chgData name="Aidan Erickson" userId="276a8bb73a73aff3" providerId="LiveId" clId="{13980D63-CC14-4971-8333-14F7796EC431}" dt="2025-06-28T03:28:15.315" v="1728" actId="26606"/>
          <ac:spMkLst>
            <pc:docMk/>
            <pc:sldMk cId="1941379388" sldId="263"/>
            <ac:spMk id="2" creationId="{90979F20-7FE0-9464-CC8C-AAB74EE175D5}"/>
          </ac:spMkLst>
        </pc:spChg>
        <pc:spChg chg="mod ord">
          <ac:chgData name="Aidan Erickson" userId="276a8bb73a73aff3" providerId="LiveId" clId="{13980D63-CC14-4971-8333-14F7796EC431}" dt="2025-06-28T18:19:07.944" v="3791" actId="2710"/>
          <ac:spMkLst>
            <pc:docMk/>
            <pc:sldMk cId="1941379388" sldId="263"/>
            <ac:spMk id="4" creationId="{A8072345-EDED-4266-CFF8-650FF0BB1E47}"/>
          </ac:spMkLst>
        </pc:spChg>
        <pc:spChg chg="add del mod">
          <ac:chgData name="Aidan Erickson" userId="276a8bb73a73aff3" providerId="LiveId" clId="{13980D63-CC14-4971-8333-14F7796EC431}" dt="2025-06-28T03:28:09.586" v="1727" actId="931"/>
          <ac:spMkLst>
            <pc:docMk/>
            <pc:sldMk cId="1941379388" sldId="263"/>
            <ac:spMk id="5" creationId="{A0F79E12-253D-1FC2-419F-BC55DC9E0A1E}"/>
          </ac:spMkLst>
        </pc:spChg>
        <pc:spChg chg="add mod">
          <ac:chgData name="Aidan Erickson" userId="276a8bb73a73aff3" providerId="LiveId" clId="{13980D63-CC14-4971-8333-14F7796EC431}" dt="2025-06-28T03:28:28.290" v="1748" actId="20577"/>
          <ac:spMkLst>
            <pc:docMk/>
            <pc:sldMk cId="1941379388" sldId="263"/>
            <ac:spMk id="12" creationId="{6D9C7650-96A4-3383-7643-7AF99B22C811}"/>
          </ac:spMkLst>
        </pc:spChg>
        <pc:spChg chg="add mod">
          <ac:chgData name="Aidan Erickson" userId="276a8bb73a73aff3" providerId="LiveId" clId="{13980D63-CC14-4971-8333-14F7796EC431}" dt="2025-06-28T03:28:15.315" v="1728" actId="26606"/>
          <ac:spMkLst>
            <pc:docMk/>
            <pc:sldMk cId="1941379388" sldId="263"/>
            <ac:spMk id="14" creationId="{EDA3262A-781C-BA5A-43D5-7161B54E2158}"/>
          </ac:spMkLst>
        </pc:spChg>
        <pc:spChg chg="add mod">
          <ac:chgData name="Aidan Erickson" userId="276a8bb73a73aff3" providerId="LiveId" clId="{13980D63-CC14-4971-8333-14F7796EC431}" dt="2025-06-28T03:28:15.315" v="1728" actId="26606"/>
          <ac:spMkLst>
            <pc:docMk/>
            <pc:sldMk cId="1941379388" sldId="263"/>
            <ac:spMk id="16" creationId="{E4E737D2-60E6-05EB-B3E5-5A3BF09DB697}"/>
          </ac:spMkLst>
        </pc:spChg>
        <pc:picChg chg="add mod">
          <ac:chgData name="Aidan Erickson" userId="276a8bb73a73aff3" providerId="LiveId" clId="{13980D63-CC14-4971-8333-14F7796EC431}" dt="2025-06-28T03:28:15.315" v="1728" actId="26606"/>
          <ac:picMkLst>
            <pc:docMk/>
            <pc:sldMk cId="1941379388" sldId="263"/>
            <ac:picMk id="7" creationId="{A0732A11-6DAB-4A17-E457-DBAF8ADAD261}"/>
          </ac:picMkLst>
        </pc:picChg>
        <pc:picChg chg="del">
          <ac:chgData name="Aidan Erickson" userId="276a8bb73a73aff3" providerId="LiveId" clId="{13980D63-CC14-4971-8333-14F7796EC431}" dt="2025-06-28T03:27:29.779" v="1726" actId="478"/>
          <ac:picMkLst>
            <pc:docMk/>
            <pc:sldMk cId="1941379388" sldId="263"/>
            <ac:picMk id="11" creationId="{3398BEF8-3100-5CCE-9D77-26B49F0E2C83}"/>
          </ac:picMkLst>
        </pc:picChg>
      </pc:sldChg>
      <pc:sldChg chg="del">
        <pc:chgData name="Aidan Erickson" userId="276a8bb73a73aff3" providerId="LiveId" clId="{13980D63-CC14-4971-8333-14F7796EC431}" dt="2025-06-28T17:49:31.144" v="3202" actId="47"/>
        <pc:sldMkLst>
          <pc:docMk/>
          <pc:sldMk cId="53001128" sldId="264"/>
        </pc:sldMkLst>
      </pc:sldChg>
      <pc:sldChg chg="addSp delSp modSp mod setBg modClrScheme chgLayout modNotesTx">
        <pc:chgData name="Aidan Erickson" userId="276a8bb73a73aff3" providerId="LiveId" clId="{13980D63-CC14-4971-8333-14F7796EC431}" dt="2025-06-29T17:12:08.280" v="6576" actId="313"/>
        <pc:sldMkLst>
          <pc:docMk/>
          <pc:sldMk cId="3599844030" sldId="265"/>
        </pc:sldMkLst>
        <pc:spChg chg="mod">
          <ac:chgData name="Aidan Erickson" userId="276a8bb73a73aff3" providerId="LiveId" clId="{13980D63-CC14-4971-8333-14F7796EC431}" dt="2025-06-28T17:51:50.737" v="3239" actId="207"/>
          <ac:spMkLst>
            <pc:docMk/>
            <pc:sldMk cId="3599844030" sldId="265"/>
            <ac:spMk id="2" creationId="{99120F23-1809-2CC4-1A94-F826616D2DF4}"/>
          </ac:spMkLst>
        </pc:spChg>
        <pc:spChg chg="mod ord">
          <ac:chgData name="Aidan Erickson" userId="276a8bb73a73aff3" providerId="LiveId" clId="{13980D63-CC14-4971-8333-14F7796EC431}" dt="2025-06-28T18:21:03.161" v="3922" actId="20577"/>
          <ac:spMkLst>
            <pc:docMk/>
            <pc:sldMk cId="3599844030" sldId="265"/>
            <ac:spMk id="4" creationId="{CBAD71A6-1036-A099-9BDF-27C11F75648B}"/>
          </ac:spMkLst>
        </pc:spChg>
        <pc:spChg chg="add del mod">
          <ac:chgData name="Aidan Erickson" userId="276a8bb73a73aff3" providerId="LiveId" clId="{13980D63-CC14-4971-8333-14F7796EC431}" dt="2025-06-28T17:50:19.454" v="3204" actId="931"/>
          <ac:spMkLst>
            <pc:docMk/>
            <pc:sldMk cId="3599844030" sldId="265"/>
            <ac:spMk id="5" creationId="{D2806F24-A83B-BC31-1D33-95E49C0F6DFF}"/>
          </ac:spMkLst>
        </pc:spChg>
        <pc:spChg chg="add del mod">
          <ac:chgData name="Aidan Erickson" userId="276a8bb73a73aff3" providerId="LiveId" clId="{13980D63-CC14-4971-8333-14F7796EC431}" dt="2025-06-28T17:51:18.835" v="3236" actId="26606"/>
          <ac:spMkLst>
            <pc:docMk/>
            <pc:sldMk cId="3599844030" sldId="265"/>
            <ac:spMk id="13" creationId="{AC53230A-AA99-279D-1520-83387E2052DD}"/>
          </ac:spMkLst>
        </pc:spChg>
        <pc:spChg chg="add del mod">
          <ac:chgData name="Aidan Erickson" userId="276a8bb73a73aff3" providerId="LiveId" clId="{13980D63-CC14-4971-8333-14F7796EC431}" dt="2025-06-28T17:51:18.835" v="3236" actId="26606"/>
          <ac:spMkLst>
            <pc:docMk/>
            <pc:sldMk cId="3599844030" sldId="265"/>
            <ac:spMk id="15" creationId="{F4D18B98-60FA-1F87-ADB2-9A166E8A8EBF}"/>
          </ac:spMkLst>
        </pc:spChg>
        <pc:spChg chg="add del mod">
          <ac:chgData name="Aidan Erickson" userId="276a8bb73a73aff3" providerId="LiveId" clId="{13980D63-CC14-4971-8333-14F7796EC431}" dt="2025-06-28T17:51:18.835" v="3236" actId="26606"/>
          <ac:spMkLst>
            <pc:docMk/>
            <pc:sldMk cId="3599844030" sldId="265"/>
            <ac:spMk id="17" creationId="{8DC6A9A6-8F4E-5ECF-FB54-00F414600C48}"/>
          </ac:spMkLst>
        </pc:spChg>
        <pc:spChg chg="add mod">
          <ac:chgData name="Aidan Erickson" userId="276a8bb73a73aff3" providerId="LiveId" clId="{13980D63-CC14-4971-8333-14F7796EC431}" dt="2025-06-28T17:51:18.843" v="3237" actId="26606"/>
          <ac:spMkLst>
            <pc:docMk/>
            <pc:sldMk cId="3599844030" sldId="265"/>
            <ac:spMk id="19" creationId="{0369FAF0-A105-96F9-5F33-F4FBE9A60104}"/>
          </ac:spMkLst>
        </pc:spChg>
        <pc:spChg chg="add mod">
          <ac:chgData name="Aidan Erickson" userId="276a8bb73a73aff3" providerId="LiveId" clId="{13980D63-CC14-4971-8333-14F7796EC431}" dt="2025-06-28T17:51:18.843" v="3237" actId="26606"/>
          <ac:spMkLst>
            <pc:docMk/>
            <pc:sldMk cId="3599844030" sldId="265"/>
            <ac:spMk id="20" creationId="{59BA97A7-77B6-FBE9-0D8A-FB7CBE9B1F85}"/>
          </ac:spMkLst>
        </pc:spChg>
        <pc:spChg chg="add mod">
          <ac:chgData name="Aidan Erickson" userId="276a8bb73a73aff3" providerId="LiveId" clId="{13980D63-CC14-4971-8333-14F7796EC431}" dt="2025-06-28T17:51:18.843" v="3237" actId="26606"/>
          <ac:spMkLst>
            <pc:docMk/>
            <pc:sldMk cId="3599844030" sldId="265"/>
            <ac:spMk id="21" creationId="{50F053AB-0372-61D8-2D44-D2487C1795B6}"/>
          </ac:spMkLst>
        </pc:spChg>
        <pc:picChg chg="del">
          <ac:chgData name="Aidan Erickson" userId="276a8bb73a73aff3" providerId="LiveId" clId="{13980D63-CC14-4971-8333-14F7796EC431}" dt="2025-06-28T17:49:39.305" v="3203" actId="478"/>
          <ac:picMkLst>
            <pc:docMk/>
            <pc:sldMk cId="3599844030" sldId="265"/>
            <ac:picMk id="7" creationId="{6551D1DC-26F1-C4F9-A2BE-3C850275C7D5}"/>
          </ac:picMkLst>
        </pc:picChg>
        <pc:picChg chg="add mod">
          <ac:chgData name="Aidan Erickson" userId="276a8bb73a73aff3" providerId="LiveId" clId="{13980D63-CC14-4971-8333-14F7796EC431}" dt="2025-06-28T17:51:18.843" v="3237" actId="26606"/>
          <ac:picMkLst>
            <pc:docMk/>
            <pc:sldMk cId="3599844030" sldId="265"/>
            <ac:picMk id="8" creationId="{0529763B-E4CD-EDBD-DCC5-C9F569546A19}"/>
          </ac:picMkLst>
        </pc:picChg>
      </pc:sldChg>
      <pc:sldChg chg="del">
        <pc:chgData name="Aidan Erickson" userId="276a8bb73a73aff3" providerId="LiveId" clId="{13980D63-CC14-4971-8333-14F7796EC431}" dt="2025-06-28T18:17:55.976" v="3771" actId="47"/>
        <pc:sldMkLst>
          <pc:docMk/>
          <pc:sldMk cId="3947552595" sldId="266"/>
        </pc:sldMkLst>
      </pc:sldChg>
      <pc:sldChg chg="addSp delSp modSp mod modMedia modClrScheme delAnim chgLayout">
        <pc:chgData name="Aidan Erickson" userId="276a8bb73a73aff3" providerId="LiveId" clId="{13980D63-CC14-4971-8333-14F7796EC431}" dt="2025-06-28T18:44:59.913" v="5489" actId="20577"/>
        <pc:sldMkLst>
          <pc:docMk/>
          <pc:sldMk cId="2999686948" sldId="267"/>
        </pc:sldMkLst>
        <pc:spChg chg="mod ord">
          <ac:chgData name="Aidan Erickson" userId="276a8bb73a73aff3" providerId="LiveId" clId="{13980D63-CC14-4971-8333-14F7796EC431}" dt="2025-06-28T18:44:54.169" v="5487" actId="207"/>
          <ac:spMkLst>
            <pc:docMk/>
            <pc:sldMk cId="2999686948" sldId="267"/>
            <ac:spMk id="2" creationId="{E4A209B1-CECE-7466-7044-9D73619E56A1}"/>
          </ac:spMkLst>
        </pc:spChg>
        <pc:spChg chg="del mod">
          <ac:chgData name="Aidan Erickson" userId="276a8bb73a73aff3" providerId="LiveId" clId="{13980D63-CC14-4971-8333-14F7796EC431}" dt="2025-06-28T18:42:35.488" v="5451" actId="478"/>
          <ac:spMkLst>
            <pc:docMk/>
            <pc:sldMk cId="2999686948" sldId="267"/>
            <ac:spMk id="3" creationId="{0D66681B-5E1B-BD2B-6960-3B46EFE83A39}"/>
          </ac:spMkLst>
        </pc:spChg>
        <pc:spChg chg="add del mod">
          <ac:chgData name="Aidan Erickson" userId="276a8bb73a73aff3" providerId="LiveId" clId="{13980D63-CC14-4971-8333-14F7796EC431}" dt="2025-06-28T18:43:06.559" v="5454" actId="26606"/>
          <ac:spMkLst>
            <pc:docMk/>
            <pc:sldMk cId="2999686948" sldId="267"/>
            <ac:spMk id="5" creationId="{627311A4-F2E9-0736-B159-F60F37C42CDC}"/>
          </ac:spMkLst>
        </pc:spChg>
        <pc:spChg chg="add mod ord">
          <ac:chgData name="Aidan Erickson" userId="276a8bb73a73aff3" providerId="LiveId" clId="{13980D63-CC14-4971-8333-14F7796EC431}" dt="2025-06-28T18:43:06.559" v="5454" actId="26606"/>
          <ac:spMkLst>
            <pc:docMk/>
            <pc:sldMk cId="2999686948" sldId="267"/>
            <ac:spMk id="12" creationId="{2836DBD5-4A4E-84F5-6D01-C58CBF1FADFC}"/>
          </ac:spMkLst>
        </pc:spChg>
        <pc:spChg chg="add mod">
          <ac:chgData name="Aidan Erickson" userId="276a8bb73a73aff3" providerId="LiveId" clId="{13980D63-CC14-4971-8333-14F7796EC431}" dt="2025-06-28T18:44:59.913" v="5489" actId="20577"/>
          <ac:spMkLst>
            <pc:docMk/>
            <pc:sldMk cId="2999686948" sldId="267"/>
            <ac:spMk id="14" creationId="{A3A5289A-DCB9-5A81-BD51-B5BCD42F7729}"/>
          </ac:spMkLst>
        </pc:spChg>
        <pc:spChg chg="add mod">
          <ac:chgData name="Aidan Erickson" userId="276a8bb73a73aff3" providerId="LiveId" clId="{13980D63-CC14-4971-8333-14F7796EC431}" dt="2025-06-28T18:43:06.559" v="5454" actId="26606"/>
          <ac:spMkLst>
            <pc:docMk/>
            <pc:sldMk cId="2999686948" sldId="267"/>
            <ac:spMk id="16" creationId="{86AD9991-22D0-4F4F-D82E-54D0835B3D9E}"/>
          </ac:spMkLst>
        </pc:spChg>
        <pc:picChg chg="add mod ord">
          <ac:chgData name="Aidan Erickson" userId="276a8bb73a73aff3" providerId="LiveId" clId="{13980D63-CC14-4971-8333-14F7796EC431}" dt="2025-06-28T18:44:36.467" v="5465" actId="14100"/>
          <ac:picMkLst>
            <pc:docMk/>
            <pc:sldMk cId="2999686948" sldId="267"/>
            <ac:picMk id="6" creationId="{7F506C7A-A3A6-0034-B433-5C4FF1876432}"/>
          </ac:picMkLst>
        </pc:picChg>
        <pc:picChg chg="del mod">
          <ac:chgData name="Aidan Erickson" userId="276a8bb73a73aff3" providerId="LiveId" clId="{13980D63-CC14-4971-8333-14F7796EC431}" dt="2025-06-28T18:42:59.538" v="5453" actId="478"/>
          <ac:picMkLst>
            <pc:docMk/>
            <pc:sldMk cId="2999686948" sldId="267"/>
            <ac:picMk id="7" creationId="{0F06CFED-994E-137F-0F8E-1A9795C48E1E}"/>
          </ac:picMkLst>
        </pc:picChg>
        <pc:picChg chg="add del mod">
          <ac:chgData name="Aidan Erickson" userId="276a8bb73a73aff3" providerId="LiveId" clId="{13980D63-CC14-4971-8333-14F7796EC431}" dt="2025-06-28T18:43:15.563" v="5457" actId="478"/>
          <ac:picMkLst>
            <pc:docMk/>
            <pc:sldMk cId="2999686948" sldId="267"/>
            <ac:picMk id="18" creationId="{257B74A2-71FD-DEB5-D6F8-91F1D60B171D}"/>
          </ac:picMkLst>
        </pc:picChg>
      </pc:sldChg>
      <pc:sldChg chg="del">
        <pc:chgData name="Aidan Erickson" userId="276a8bb73a73aff3" providerId="LiveId" clId="{13980D63-CC14-4971-8333-14F7796EC431}" dt="2025-06-28T18:17:55.976" v="3771" actId="47"/>
        <pc:sldMkLst>
          <pc:docMk/>
          <pc:sldMk cId="2651058474" sldId="268"/>
        </pc:sldMkLst>
      </pc:sldChg>
      <pc:sldChg chg="del">
        <pc:chgData name="Aidan Erickson" userId="276a8bb73a73aff3" providerId="LiveId" clId="{13980D63-CC14-4971-8333-14F7796EC431}" dt="2025-06-28T17:49:31.144" v="3202" actId="47"/>
        <pc:sldMkLst>
          <pc:docMk/>
          <pc:sldMk cId="1384372434" sldId="269"/>
        </pc:sldMkLst>
      </pc:sldChg>
      <pc:sldChg chg="del">
        <pc:chgData name="Aidan Erickson" userId="276a8bb73a73aff3" providerId="LiveId" clId="{13980D63-CC14-4971-8333-14F7796EC431}" dt="2025-06-28T17:49:31.144" v="3202" actId="47"/>
        <pc:sldMkLst>
          <pc:docMk/>
          <pc:sldMk cId="3762730561" sldId="270"/>
        </pc:sldMkLst>
      </pc:sldChg>
      <pc:sldChg chg="add del ord">
        <pc:chgData name="Aidan Erickson" userId="276a8bb73a73aff3" providerId="LiveId" clId="{13980D63-CC14-4971-8333-14F7796EC431}" dt="2025-06-27T23:01:48.658" v="305"/>
        <pc:sldMkLst>
          <pc:docMk/>
          <pc:sldMk cId="3493061142" sldId="347"/>
        </pc:sldMkLst>
      </pc:sldChg>
      <pc:sldChg chg="addSp delSp modSp mod">
        <pc:chgData name="Aidan Erickson" userId="276a8bb73a73aff3" providerId="LiveId" clId="{13980D63-CC14-4971-8333-14F7796EC431}" dt="2025-06-28T19:23:54.127" v="5583" actId="20577"/>
        <pc:sldMkLst>
          <pc:docMk/>
          <pc:sldMk cId="3313450045" sldId="1612"/>
        </pc:sldMkLst>
        <pc:spChg chg="mod">
          <ac:chgData name="Aidan Erickson" userId="276a8bb73a73aff3" providerId="LiveId" clId="{13980D63-CC14-4971-8333-14F7796EC431}" dt="2025-06-28T17:55:55.102" v="3289" actId="122"/>
          <ac:spMkLst>
            <pc:docMk/>
            <pc:sldMk cId="3313450045" sldId="1612"/>
            <ac:spMk id="2" creationId="{8AA144A5-0283-F980-85F3-EE51746FC4CD}"/>
          </ac:spMkLst>
        </pc:spChg>
        <pc:spChg chg="add mod">
          <ac:chgData name="Aidan Erickson" userId="276a8bb73a73aff3" providerId="LiveId" clId="{13980D63-CC14-4971-8333-14F7796EC431}" dt="2025-06-28T19:23:54.127" v="5583" actId="20577"/>
          <ac:spMkLst>
            <pc:docMk/>
            <pc:sldMk cId="3313450045" sldId="1612"/>
            <ac:spMk id="11" creationId="{FA0E8255-8C7D-5141-5D83-5D64F31BC12F}"/>
          </ac:spMkLst>
        </pc:spChg>
        <pc:spChg chg="add mod">
          <ac:chgData name="Aidan Erickson" userId="276a8bb73a73aff3" providerId="LiveId" clId="{13980D63-CC14-4971-8333-14F7796EC431}" dt="2025-06-27T23:04:11.246" v="321" actId="27636"/>
          <ac:spMkLst>
            <pc:docMk/>
            <pc:sldMk cId="3313450045" sldId="1612"/>
            <ac:spMk id="13" creationId="{9C2B7959-F6A3-7CDB-B280-8F15E31751D3}"/>
          </ac:spMkLst>
        </pc:spChg>
        <pc:picChg chg="add mod">
          <ac:chgData name="Aidan Erickson" userId="276a8bb73a73aff3" providerId="LiveId" clId="{13980D63-CC14-4971-8333-14F7796EC431}" dt="2025-06-27T23:01:35.790" v="301" actId="14100"/>
          <ac:picMkLst>
            <pc:docMk/>
            <pc:sldMk cId="3313450045" sldId="1612"/>
            <ac:picMk id="9" creationId="{D3972EB3-A1FE-A2C3-D0E4-CAA58D733F1A}"/>
          </ac:picMkLst>
        </pc:picChg>
        <pc:cxnChg chg="add mod">
          <ac:chgData name="Aidan Erickson" userId="276a8bb73a73aff3" providerId="LiveId" clId="{13980D63-CC14-4971-8333-14F7796EC431}" dt="2025-06-27T23:06:01.318" v="580" actId="13822"/>
          <ac:cxnSpMkLst>
            <pc:docMk/>
            <pc:sldMk cId="3313450045" sldId="1612"/>
            <ac:cxnSpMk id="15" creationId="{62429C80-D729-7EAD-4A70-942A6701F885}"/>
          </ac:cxnSpMkLst>
        </pc:cxnChg>
      </pc:sldChg>
      <pc:sldChg chg="addSp delSp modSp mod modTransition modClrScheme chgLayout">
        <pc:chgData name="Aidan Erickson" userId="276a8bb73a73aff3" providerId="LiveId" clId="{13980D63-CC14-4971-8333-14F7796EC431}" dt="2025-06-29T16:06:08.304" v="6401"/>
        <pc:sldMkLst>
          <pc:docMk/>
          <pc:sldMk cId="323053289" sldId="1638"/>
        </pc:sldMkLst>
        <pc:spChg chg="mod">
          <ac:chgData name="Aidan Erickson" userId="276a8bb73a73aff3" providerId="LiveId" clId="{13980D63-CC14-4971-8333-14F7796EC431}" dt="2025-06-27T22:15:04.756" v="263" actId="26606"/>
          <ac:spMkLst>
            <pc:docMk/>
            <pc:sldMk cId="323053289" sldId="1638"/>
            <ac:spMk id="2" creationId="{FCA078CD-E4CB-9500-6BD7-9B17BB4DF8DB}"/>
          </ac:spMkLst>
        </pc:spChg>
        <pc:spChg chg="mod">
          <ac:chgData name="Aidan Erickson" userId="276a8bb73a73aff3" providerId="LiveId" clId="{13980D63-CC14-4971-8333-14F7796EC431}" dt="2025-06-27T22:15:04.756" v="263" actId="26606"/>
          <ac:spMkLst>
            <pc:docMk/>
            <pc:sldMk cId="323053289" sldId="1638"/>
            <ac:spMk id="3" creationId="{2948CB61-C179-FAF2-AC0C-7A09952C008B}"/>
          </ac:spMkLst>
        </pc:spChg>
        <pc:spChg chg="add mod">
          <ac:chgData name="Aidan Erickson" userId="276a8bb73a73aff3" providerId="LiveId" clId="{13980D63-CC14-4971-8333-14F7796EC431}" dt="2025-06-27T22:15:04.756" v="263" actId="26606"/>
          <ac:spMkLst>
            <pc:docMk/>
            <pc:sldMk cId="323053289" sldId="1638"/>
            <ac:spMk id="8" creationId="{8C830507-3B61-14B5-64F2-4EABB8D95D8E}"/>
          </ac:spMkLst>
        </pc:spChg>
        <pc:spChg chg="mod">
          <ac:chgData name="Aidan Erickson" userId="276a8bb73a73aff3" providerId="LiveId" clId="{13980D63-CC14-4971-8333-14F7796EC431}" dt="2025-06-27T22:15:04.756" v="263" actId="26606"/>
          <ac:spMkLst>
            <pc:docMk/>
            <pc:sldMk cId="323053289" sldId="1638"/>
            <ac:spMk id="14" creationId="{4DB4A27E-176C-47E1-B346-C258F8E55875}"/>
          </ac:spMkLst>
        </pc:spChg>
        <pc:spChg chg="mod">
          <ac:chgData name="Aidan Erickson" userId="276a8bb73a73aff3" providerId="LiveId" clId="{13980D63-CC14-4971-8333-14F7796EC431}" dt="2025-06-27T22:15:04.756" v="263" actId="26606"/>
          <ac:spMkLst>
            <pc:docMk/>
            <pc:sldMk cId="323053289" sldId="1638"/>
            <ac:spMk id="16" creationId="{7B6C6759-23C7-745A-F122-E0AF4EE5746C}"/>
          </ac:spMkLst>
        </pc:spChg>
        <pc:spChg chg="mod">
          <ac:chgData name="Aidan Erickson" userId="276a8bb73a73aff3" providerId="LiveId" clId="{13980D63-CC14-4971-8333-14F7796EC431}" dt="2025-06-27T22:15:04.756" v="263" actId="26606"/>
          <ac:spMkLst>
            <pc:docMk/>
            <pc:sldMk cId="323053289" sldId="1638"/>
            <ac:spMk id="18" creationId="{2B017BC8-16D0-A1B5-1783-CC34B9DD6886}"/>
          </ac:spMkLst>
        </pc:spChg>
        <pc:picChg chg="add del mod">
          <ac:chgData name="Aidan Erickson" userId="276a8bb73a73aff3" providerId="LiveId" clId="{13980D63-CC14-4971-8333-14F7796EC431}" dt="2025-06-29T16:06:08.304" v="6401"/>
          <ac:picMkLst>
            <pc:docMk/>
            <pc:sldMk cId="323053289" sldId="1638"/>
            <ac:picMk id="6" creationId="{D8B13007-AEBA-900E-0B34-244D941ADB77}"/>
          </ac:picMkLst>
        </pc:picChg>
        <pc:picChg chg="add mod ord modCrop">
          <ac:chgData name="Aidan Erickson" userId="276a8bb73a73aff3" providerId="LiveId" clId="{13980D63-CC14-4971-8333-14F7796EC431}" dt="2025-06-27T22:15:04.756" v="263" actId="26606"/>
          <ac:picMkLst>
            <pc:docMk/>
            <pc:sldMk cId="323053289" sldId="1638"/>
            <ac:picMk id="7" creationId="{B78B698F-DDDB-A992-DDB1-08F8FA230804}"/>
          </ac:picMkLst>
        </pc:picChg>
        <pc:picChg chg="add del mod">
          <ac:chgData name="Aidan Erickson" userId="276a8bb73a73aff3" providerId="LiveId" clId="{13980D63-CC14-4971-8333-14F7796EC431}" dt="2025-06-29T16:02:37.055" v="6398"/>
          <ac:picMkLst>
            <pc:docMk/>
            <pc:sldMk cId="323053289" sldId="1638"/>
            <ac:picMk id="12" creationId="{89FA0E19-D20C-475B-77C8-CECB5527B589}"/>
          </ac:picMkLst>
        </pc:picChg>
      </pc:sldChg>
      <pc:sldChg chg="addSp delSp modSp add mod modNotesTx">
        <pc:chgData name="Aidan Erickson" userId="276a8bb73a73aff3" providerId="LiveId" clId="{13980D63-CC14-4971-8333-14F7796EC431}" dt="2025-06-29T17:09:45.102" v="6458" actId="20577"/>
        <pc:sldMkLst>
          <pc:docMk/>
          <pc:sldMk cId="3970009216" sldId="1639"/>
        </pc:sldMkLst>
        <pc:spChg chg="mod">
          <ac:chgData name="Aidan Erickson" userId="276a8bb73a73aff3" providerId="LiveId" clId="{13980D63-CC14-4971-8333-14F7796EC431}" dt="2025-06-28T17:55:15.349" v="3280" actId="14100"/>
          <ac:spMkLst>
            <pc:docMk/>
            <pc:sldMk cId="3970009216" sldId="1639"/>
            <ac:spMk id="2" creationId="{DFF41C05-51CC-4C2F-CC8D-578E1922AA51}"/>
          </ac:spMkLst>
        </pc:spChg>
        <pc:spChg chg="add mod">
          <ac:chgData name="Aidan Erickson" userId="276a8bb73a73aff3" providerId="LiveId" clId="{13980D63-CC14-4971-8333-14F7796EC431}" dt="2025-06-28T19:26:50.213" v="5585" actId="27636"/>
          <ac:spMkLst>
            <pc:docMk/>
            <pc:sldMk cId="3970009216" sldId="1639"/>
            <ac:spMk id="6" creationId="{95B6841E-1C97-8F00-435D-0EF5093C9415}"/>
          </ac:spMkLst>
        </pc:spChg>
        <pc:spChg chg="mod">
          <ac:chgData name="Aidan Erickson" userId="276a8bb73a73aff3" providerId="LiveId" clId="{13980D63-CC14-4971-8333-14F7796EC431}" dt="2025-06-28T17:55:35.945" v="3285" actId="113"/>
          <ac:spMkLst>
            <pc:docMk/>
            <pc:sldMk cId="3970009216" sldId="1639"/>
            <ac:spMk id="11" creationId="{82447A60-B279-0830-DB6A-FA0AE70A8015}"/>
          </ac:spMkLst>
        </pc:spChg>
        <pc:spChg chg="mod">
          <ac:chgData name="Aidan Erickson" userId="276a8bb73a73aff3" providerId="LiveId" clId="{13980D63-CC14-4971-8333-14F7796EC431}" dt="2025-06-27T23:35:05.077" v="896" actId="27636"/>
          <ac:spMkLst>
            <pc:docMk/>
            <pc:sldMk cId="3970009216" sldId="1639"/>
            <ac:spMk id="13" creationId="{FA75AC91-5491-52E8-0BD4-EB41065501DD}"/>
          </ac:spMkLst>
        </pc:spChg>
        <pc:picChg chg="add mod">
          <ac:chgData name="Aidan Erickson" userId="276a8bb73a73aff3" providerId="LiveId" clId="{13980D63-CC14-4971-8333-14F7796EC431}" dt="2025-06-27T23:34:07.488" v="859"/>
          <ac:picMkLst>
            <pc:docMk/>
            <pc:sldMk cId="3970009216" sldId="1639"/>
            <ac:picMk id="5" creationId="{403DC3CA-B641-FB31-DDA0-46A94B6FD6E0}"/>
          </ac:picMkLst>
        </pc:picChg>
        <pc:cxnChg chg="add mod">
          <ac:chgData name="Aidan Erickson" userId="276a8bb73a73aff3" providerId="LiveId" clId="{13980D63-CC14-4971-8333-14F7796EC431}" dt="2025-06-28T17:54:35.223" v="3271" actId="13822"/>
          <ac:cxnSpMkLst>
            <pc:docMk/>
            <pc:sldMk cId="3970009216" sldId="1639"/>
            <ac:cxnSpMk id="4" creationId="{589B9C53-533C-2254-6C77-1B7F20EB769F}"/>
          </ac:cxnSpMkLst>
        </pc:cxnChg>
        <pc:cxnChg chg="mod">
          <ac:chgData name="Aidan Erickson" userId="276a8bb73a73aff3" providerId="LiveId" clId="{13980D63-CC14-4971-8333-14F7796EC431}" dt="2025-06-28T17:54:54.650" v="3275" actId="14100"/>
          <ac:cxnSpMkLst>
            <pc:docMk/>
            <pc:sldMk cId="3970009216" sldId="1639"/>
            <ac:cxnSpMk id="15" creationId="{CB51B11A-AE8C-E855-B96D-D2B2C49FFC0C}"/>
          </ac:cxnSpMkLst>
        </pc:cxnChg>
      </pc:sldChg>
      <pc:sldChg chg="addSp delSp modSp add mod ord modClrScheme chgLayout modNotesTx">
        <pc:chgData name="Aidan Erickson" userId="276a8bb73a73aff3" providerId="LiveId" clId="{13980D63-CC14-4971-8333-14F7796EC431}" dt="2025-06-28T19:08:09.797" v="5497" actId="1036"/>
        <pc:sldMkLst>
          <pc:docMk/>
          <pc:sldMk cId="3721387481" sldId="1640"/>
        </pc:sldMkLst>
        <pc:spChg chg="mod">
          <ac:chgData name="Aidan Erickson" userId="276a8bb73a73aff3" providerId="LiveId" clId="{13980D63-CC14-4971-8333-14F7796EC431}" dt="2025-06-28T18:42:00.456" v="5437" actId="1036"/>
          <ac:spMkLst>
            <pc:docMk/>
            <pc:sldMk cId="3721387481" sldId="1640"/>
            <ac:spMk id="2" creationId="{D76F273D-2B39-F9BB-8AB0-84454DBA2102}"/>
          </ac:spMkLst>
        </pc:spChg>
        <pc:spChg chg="add del mod">
          <ac:chgData name="Aidan Erickson" userId="276a8bb73a73aff3" providerId="LiveId" clId="{13980D63-CC14-4971-8333-14F7796EC431}" dt="2025-06-28T18:25:47.455" v="3937" actId="478"/>
          <ac:spMkLst>
            <pc:docMk/>
            <pc:sldMk cId="3721387481" sldId="1640"/>
            <ac:spMk id="4" creationId="{8BBD5EB7-3C84-98E1-C256-CBCB9C919275}"/>
          </ac:spMkLst>
        </pc:spChg>
        <pc:spChg chg="mod">
          <ac:chgData name="Aidan Erickson" userId="276a8bb73a73aff3" providerId="LiveId" clId="{13980D63-CC14-4971-8333-14F7796EC431}" dt="2025-06-28T18:41:55.792" v="5418" actId="1036"/>
          <ac:spMkLst>
            <pc:docMk/>
            <pc:sldMk cId="3721387481" sldId="1640"/>
            <ac:spMk id="11" creationId="{469A6661-6041-FFD2-B8B0-C5B1CDD8B186}"/>
          </ac:spMkLst>
        </pc:spChg>
        <pc:spChg chg="mod">
          <ac:chgData name="Aidan Erickson" userId="276a8bb73a73aff3" providerId="LiveId" clId="{13980D63-CC14-4971-8333-14F7796EC431}" dt="2025-06-28T18:41:55.792" v="5418" actId="1036"/>
          <ac:spMkLst>
            <pc:docMk/>
            <pc:sldMk cId="3721387481" sldId="1640"/>
            <ac:spMk id="13" creationId="{5490EDF7-9FFD-7CCD-D511-21E05775D8B3}"/>
          </ac:spMkLst>
        </pc:spChg>
        <pc:spChg chg="add mod">
          <ac:chgData name="Aidan Erickson" userId="276a8bb73a73aff3" providerId="LiveId" clId="{13980D63-CC14-4971-8333-14F7796EC431}" dt="2025-06-28T18:42:22.720" v="5447" actId="113"/>
          <ac:spMkLst>
            <pc:docMk/>
            <pc:sldMk cId="3721387481" sldId="1640"/>
            <ac:spMk id="18" creationId="{E74FAD96-1D61-ED47-3F86-49742E190C60}"/>
          </ac:spMkLst>
        </pc:spChg>
        <pc:spChg chg="add mod">
          <ac:chgData name="Aidan Erickson" userId="276a8bb73a73aff3" providerId="LiveId" clId="{13980D63-CC14-4971-8333-14F7796EC431}" dt="2025-06-28T18:42:23.850" v="5449" actId="27636"/>
          <ac:spMkLst>
            <pc:docMk/>
            <pc:sldMk cId="3721387481" sldId="1640"/>
            <ac:spMk id="20" creationId="{4DE5E92C-E965-8137-1779-31EDCC4ADA93}"/>
          </ac:spMkLst>
        </pc:spChg>
        <pc:spChg chg="add mod">
          <ac:chgData name="Aidan Erickson" userId="276a8bb73a73aff3" providerId="LiveId" clId="{13980D63-CC14-4971-8333-14F7796EC431}" dt="2025-06-28T18:26:31.967" v="4013" actId="20577"/>
          <ac:spMkLst>
            <pc:docMk/>
            <pc:sldMk cId="3721387481" sldId="1640"/>
            <ac:spMk id="22" creationId="{158C71BC-7402-2799-AB8D-0E40A1C5A8B2}"/>
          </ac:spMkLst>
        </pc:spChg>
        <pc:spChg chg="add mod">
          <ac:chgData name="Aidan Erickson" userId="276a8bb73a73aff3" providerId="LiveId" clId="{13980D63-CC14-4971-8333-14F7796EC431}" dt="2025-06-28T18:26:00.308" v="3939" actId="26606"/>
          <ac:spMkLst>
            <pc:docMk/>
            <pc:sldMk cId="3721387481" sldId="1640"/>
            <ac:spMk id="24" creationId="{1DAE441E-76D5-E79C-95C3-C4A2CB6242C4}"/>
          </ac:spMkLst>
        </pc:spChg>
        <pc:spChg chg="add mod">
          <ac:chgData name="Aidan Erickson" userId="276a8bb73a73aff3" providerId="LiveId" clId="{13980D63-CC14-4971-8333-14F7796EC431}" dt="2025-06-28T18:26:00.308" v="3939" actId="26606"/>
          <ac:spMkLst>
            <pc:docMk/>
            <pc:sldMk cId="3721387481" sldId="1640"/>
            <ac:spMk id="26" creationId="{2766D2EB-06C7-6B70-F5A4-5C81A140B36E}"/>
          </ac:spMkLst>
        </pc:spChg>
        <pc:picChg chg="del">
          <ac:chgData name="Aidan Erickson" userId="276a8bb73a73aff3" providerId="LiveId" clId="{13980D63-CC14-4971-8333-14F7796EC431}" dt="2025-06-28T18:25:45.593" v="3936" actId="478"/>
          <ac:picMkLst>
            <pc:docMk/>
            <pc:sldMk cId="3721387481" sldId="1640"/>
            <ac:picMk id="9" creationId="{21834276-5D7A-DE07-08B5-2D829884DC07}"/>
          </ac:picMkLst>
        </pc:picChg>
        <pc:cxnChg chg="add mod">
          <ac:chgData name="Aidan Erickson" userId="276a8bb73a73aff3" providerId="LiveId" clId="{13980D63-CC14-4971-8333-14F7796EC431}" dt="2025-06-28T19:08:09.797" v="5497" actId="1036"/>
          <ac:cxnSpMkLst>
            <pc:docMk/>
            <pc:sldMk cId="3721387481" sldId="1640"/>
            <ac:cxnSpMk id="6" creationId="{6D8FA77B-4F71-1F55-9CF6-1CE5BC4A1FF4}"/>
          </ac:cxnSpMkLst>
        </pc:cxnChg>
        <pc:cxnChg chg="del">
          <ac:chgData name="Aidan Erickson" userId="276a8bb73a73aff3" providerId="LiveId" clId="{13980D63-CC14-4971-8333-14F7796EC431}" dt="2025-06-28T18:25:54.151" v="3938" actId="478"/>
          <ac:cxnSpMkLst>
            <pc:docMk/>
            <pc:sldMk cId="3721387481" sldId="1640"/>
            <ac:cxnSpMk id="15" creationId="{6142225E-01AD-3D07-8CD5-54EA25A22120}"/>
          </ac:cxnSpMkLst>
        </pc:cxnChg>
      </pc:sldChg>
      <pc:sldChg chg="new del">
        <pc:chgData name="Aidan Erickson" userId="276a8bb73a73aff3" providerId="LiveId" clId="{13980D63-CC14-4971-8333-14F7796EC431}" dt="2025-06-28T19:32:58.897" v="6213" actId="680"/>
        <pc:sldMkLst>
          <pc:docMk/>
          <pc:sldMk cId="2513828968" sldId="1641"/>
        </pc:sldMkLst>
      </pc:sldChg>
      <pc:sldChg chg="new del">
        <pc:chgData name="Aidan Erickson" userId="276a8bb73a73aff3" providerId="LiveId" clId="{13980D63-CC14-4971-8333-14F7796EC431}" dt="2025-06-28T19:32:58.707" v="6212" actId="680"/>
        <pc:sldMkLst>
          <pc:docMk/>
          <pc:sldMk cId="1891383865" sldId="1642"/>
        </pc:sldMkLst>
      </pc:sldChg>
      <pc:sldMasterChg chg="delSldLayout">
        <pc:chgData name="Aidan Erickson" userId="276a8bb73a73aff3" providerId="LiveId" clId="{13980D63-CC14-4971-8333-14F7796EC431}" dt="2025-06-28T17:49:31.144" v="3202" actId="47"/>
        <pc:sldMasterMkLst>
          <pc:docMk/>
          <pc:sldMasterMk cId="179881722" sldId="2147483866"/>
        </pc:sldMasterMkLst>
        <pc:sldLayoutChg chg="del">
          <pc:chgData name="Aidan Erickson" userId="276a8bb73a73aff3" providerId="LiveId" clId="{13980D63-CC14-4971-8333-14F7796EC431}" dt="2025-06-28T17:49:31.144" v="3202" actId="47"/>
          <pc:sldLayoutMkLst>
            <pc:docMk/>
            <pc:sldMasterMk cId="179881722" sldId="2147483866"/>
            <pc:sldLayoutMk cId="2018722624" sldId="2147483929"/>
          </pc:sldLayoutMkLst>
        </pc:sldLayoutChg>
        <pc:sldLayoutChg chg="del">
          <pc:chgData name="Aidan Erickson" userId="276a8bb73a73aff3" providerId="LiveId" clId="{13980D63-CC14-4971-8333-14F7796EC431}" dt="2025-06-27T22:06:22.183" v="166" actId="47"/>
          <pc:sldLayoutMkLst>
            <pc:docMk/>
            <pc:sldMasterMk cId="179881722" sldId="2147483866"/>
            <pc:sldLayoutMk cId="233147641" sldId="214748393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6/29/2025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28T17:31:19.92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1,'602'0,"-444"18,-130-16,0 1,41 10,-39-7,54 5,-42-7,50 10,-58-7,1-2,52 1,54 11,22 1,-144-17,0 1,0 1,28 8,-27-6,-1 0,1-2,24 2,48 6,-42-4,179 29,-184-31,-6 1,53-1,1037-5,-1114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28T17:31:21.59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1,'1764'0,"-1749"0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8T17:31:29.502"/>
    </inkml:context>
    <inkml:brush xml:id="br0">
      <inkml:brushProperty name="width" value="0.035" units="cm"/>
      <inkml:brushProperty name="height" value="0.035" units="cm"/>
      <inkml:brushProperty name="color" value="#E71224"/>
    </inkml:brush>
  </inkml:definitions>
  <inkml:trace contextRef="#ctx0" brushRef="#br0">0 0 24575,'141'19'0,"54"-2"0,299-17 0,-353 18 0,-85-18 0,-28-2 0,0 2 0,-1 2 0,53 8 0,7 9-1365,-75-16-5461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6/29/2025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Logistic regression will help us address the business problem by answering these questions</a:t>
            </a:r>
          </a:p>
          <a:p>
            <a:pPr marL="285750" indent="-285750">
              <a:buFont typeface="Arial" panose="020B0604020202020204" pitchFamily="34" charset="0"/>
              <a:buChar char="•"/>
            </a:pPr>
            <a:r>
              <a:rPr lang="en-US" dirty="0"/>
              <a:t>Will arrival or departure delays have a greater impact?</a:t>
            </a:r>
          </a:p>
          <a:p>
            <a:pPr marL="285750" indent="-285750">
              <a:buFont typeface="Arial" panose="020B0604020202020204" pitchFamily="34" charset="0"/>
              <a:buChar char="•"/>
            </a:pPr>
            <a:r>
              <a:rPr lang="en-US" dirty="0"/>
              <a:t>Which classes are more satisfied?</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531087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looking at the data before inputting it into </a:t>
            </a:r>
            <a:r>
              <a:rPr lang="en-US" dirty="0" err="1"/>
              <a:t>thebinary</a:t>
            </a:r>
            <a:r>
              <a:rPr lang="en-US" dirty="0"/>
              <a:t> logistic regression model we see that…</a:t>
            </a:r>
          </a:p>
          <a:p>
            <a:endParaRPr lang="en-US" dirty="0"/>
          </a:p>
          <a:p>
            <a:pPr marL="228600" indent="-228600">
              <a:buAutoNum type="arabicPeriod"/>
            </a:pPr>
            <a:r>
              <a:rPr lang="en-US" dirty="0"/>
              <a:t>The Eco class has the greatest dissatisfaction, and the business class has the most. They make up 92% of the customers</a:t>
            </a:r>
          </a:p>
          <a:p>
            <a:pPr marL="685800" lvl="1" indent="-228600">
              <a:buAutoNum type="arabicPeriod"/>
            </a:pPr>
            <a:r>
              <a:rPr lang="en-US" dirty="0"/>
              <a:t>Over half the </a:t>
            </a:r>
            <a:r>
              <a:rPr lang="en-US" dirty="0" err="1"/>
              <a:t>custoemrs</a:t>
            </a:r>
            <a:r>
              <a:rPr lang="en-US" dirty="0"/>
              <a:t> are dissatisfied</a:t>
            </a:r>
          </a:p>
          <a:p>
            <a:pPr marL="457200" lvl="1" indent="0">
              <a:buNone/>
            </a:pPr>
            <a:endParaRPr lang="en-US" dirty="0"/>
          </a:p>
          <a:p>
            <a:pPr marL="457200" lvl="1" indent="0">
              <a:buNone/>
            </a:pPr>
            <a:endParaRPr lang="en-US" dirty="0"/>
          </a:p>
          <a:p>
            <a:pPr marL="457200" lvl="1" indent="0">
              <a:buNone/>
            </a:pPr>
            <a:r>
              <a:rPr lang="en-US" dirty="0"/>
              <a:t>Compared to the delays, classes have a greater influence on satisfaction</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18841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Linear regression: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P-values indicate that all the independent variables are significant besides departure delays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intercept represents the predicted outcome for an Eco Plus passenger with zero delays. If the passenger is in Business class instead, the predicted outcome increases by 0.44 units, all else equal.”</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AIC for the intercept and </a:t>
            </a:r>
            <a:r>
              <a:rPr lang="en-US" sz="1200" kern="1200" dirty="0" err="1">
                <a:solidFill>
                  <a:schemeClr val="tx1"/>
                </a:solidFill>
                <a:effectLst/>
                <a:latin typeface="+mn-lt"/>
                <a:ea typeface="+mn-ea"/>
                <a:cs typeface="+mn-cs"/>
              </a:rPr>
              <a:t>covaraites</a:t>
            </a:r>
            <a:r>
              <a:rPr lang="en-US" sz="1200" kern="1200" dirty="0">
                <a:solidFill>
                  <a:schemeClr val="tx1"/>
                </a:solidFill>
                <a:effectLst/>
                <a:latin typeface="+mn-lt"/>
                <a:ea typeface="+mn-ea"/>
                <a:cs typeface="+mn-cs"/>
              </a:rPr>
              <a:t> being lower than the intercept only, indicates that the independent variables are good predictors for satisfaction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With an AUC of 77.16%, this model correctly classifies 77% of the random outcomes</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913111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AIC:</a:t>
            </a:r>
          </a:p>
          <a:p>
            <a:pPr marL="171450" indent="-171450">
              <a:buFontTx/>
              <a:buChar char="-"/>
            </a:pPr>
            <a:r>
              <a:rPr lang="en-US" dirty="0"/>
              <a:t>Generally a lower AIC score indicates that the model is better than just the dependent variable. </a:t>
            </a:r>
          </a:p>
          <a:p>
            <a:pPr marL="171450" indent="-171450">
              <a:buFontTx/>
              <a:buChar char="-"/>
            </a:pPr>
            <a:r>
              <a:rPr lang="en-US" dirty="0"/>
              <a:t>The independent covariates are meaningfully improving the models ability to predict satisfaction (the independent variable)</a:t>
            </a:r>
          </a:p>
          <a:p>
            <a:pPr marL="171450" indent="-171450">
              <a:buFontTx/>
              <a:buChar char="-"/>
            </a:pPr>
            <a:r>
              <a:rPr lang="en-US" dirty="0"/>
              <a:t>AIC can be improved by finding other meaningful predictors.</a:t>
            </a:r>
          </a:p>
          <a:p>
            <a:endParaRPr lang="en-US" dirty="0"/>
          </a:p>
          <a:p>
            <a:r>
              <a:rPr lang="en-US" dirty="0"/>
              <a:t>AUC indicates model is performing well. It’s reliable  enough to support decisions.</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761072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Adding more variables for the sake of improving the model? Even though it doesn’t address the hypotheses. Best model vs Correct model</a:t>
            </a:r>
          </a:p>
          <a:p>
            <a:pPr marL="228600" indent="-228600">
              <a:buAutoNum type="arabicPeriod"/>
            </a:pPr>
            <a:r>
              <a:rPr lang="en-US" dirty="0"/>
              <a:t>Including the results from linear regression when they were the same conclusions as binary logistic regression. </a:t>
            </a:r>
          </a:p>
          <a:p>
            <a:pPr marL="228600" indent="-228600">
              <a:buAutoNum type="arabicPeriod"/>
            </a:pP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When two variables such as delays are highly correlated or similar they can make it difficult to determine the individual effect of each predictor on the outcome, leading to unreliable or unstable coefficient estimates.</a:t>
            </a:r>
          </a:p>
          <a:p>
            <a:pPr marL="0" indent="0">
              <a:buNone/>
            </a:pP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3975486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 what is working well for the business class and implement it with the Eco Plus Class.</a:t>
            </a:r>
          </a:p>
          <a:p>
            <a:endParaRPr lang="en-US" dirty="0"/>
          </a:p>
          <a:p>
            <a:r>
              <a:rPr lang="en-US" dirty="0"/>
              <a:t>Future models will benefit from addressing returning customer</a:t>
            </a:r>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2806273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1">
    <p:bg>
      <p:bgPr>
        <a:solidFill>
          <a:schemeClr val="tx1"/>
        </a:solidFill>
        <a:effectLst/>
      </p:bgPr>
    </p:bg>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4D0D36FE-2517-024E-B081-D0B2295EA3FA}"/>
              </a:ext>
              <a:ext uri="{C183D7F6-B498-43B3-948B-1728B52AA6E4}">
                <adec:decorative xmlns:adec="http://schemas.microsoft.com/office/drawing/2017/decorative" val="1"/>
              </a:ext>
            </a:extLst>
          </p:cNvPr>
          <p:cNvSpPr/>
          <p:nvPr/>
        </p:nvSpPr>
        <p:spPr>
          <a:xfrm>
            <a:off x="3417864" y="760144"/>
            <a:ext cx="5356272" cy="53562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 name="Straight Connector 12">
            <a:extLst>
              <a:ext uri="{FF2B5EF4-FFF2-40B4-BE49-F238E27FC236}">
                <a16:creationId xmlns:a16="http://schemas.microsoft.com/office/drawing/2014/main" id="{DB3AD774-9783-18D4-7A22-0650BD37C844}"/>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014216" y="1746504"/>
            <a:ext cx="4160520"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489704" y="4288536"/>
            <a:ext cx="3218688" cy="131673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dirty="0"/>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dirty="0"/>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04FFA8EE-2172-4D56-A955-977809E8E914}" type="datetime4">
              <a:rPr lang="en-US" smtClean="0"/>
              <a:t>June 29, 2025</a:t>
            </a:fld>
            <a:endParaRPr lang="en-US" dirty="0"/>
          </a:p>
        </p:txBody>
      </p:sp>
    </p:spTree>
    <p:extLst>
      <p:ext uri="{BB962C8B-B14F-4D97-AF65-F5344CB8AC3E}">
        <p14:creationId xmlns:p14="http://schemas.microsoft.com/office/powerpoint/2010/main" val="35716740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b">
            <a:normAutofit/>
          </a:bodyPr>
          <a:lstStyle>
            <a:lvl1pPr algn="ctr">
              <a:lnSpc>
                <a:spcPct val="120000"/>
              </a:lnSpc>
              <a:defRPr sz="2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t">
            <a:normAutofit/>
          </a:bodyPr>
          <a:lstStyle>
            <a:lvl1pPr marL="0" indent="0" algn="ctr">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p>
            <a:fld id="{A2AE6C5D-24D6-447C-983C-8076C54F4633}" type="datetime4">
              <a:rPr lang="en-US" smtClean="0"/>
              <a:t>June 29, 2025</a:t>
            </a:fld>
            <a:endParaRPr lang="en-US" dirty="0"/>
          </a:p>
        </p:txBody>
      </p:sp>
    </p:spTree>
    <p:extLst>
      <p:ext uri="{BB962C8B-B14F-4D97-AF65-F5344CB8AC3E}">
        <p14:creationId xmlns:p14="http://schemas.microsoft.com/office/powerpoint/2010/main" val="12042309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3">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ctr">
            <a:normAutofit/>
          </a:bodyPr>
          <a:lstStyle>
            <a:lvl1pPr algn="ctr">
              <a:lnSpc>
                <a:spcPct val="120000"/>
              </a:lnSpc>
              <a:defRPr sz="4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ctr">
            <a:normAutofit/>
          </a:bodyPr>
          <a:lstStyle>
            <a:lvl1pPr marL="0" indent="0" algn="ctr">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p>
            <a:fld id="{990C99E4-5640-4B3E-A97D-2F1D970847AA}" type="datetime4">
              <a:rPr lang="en-US" smtClean="0"/>
              <a:t>June 29, 2025</a:t>
            </a:fld>
            <a:endParaRPr lang="en-US" dirty="0"/>
          </a:p>
        </p:txBody>
      </p:sp>
    </p:spTree>
    <p:extLst>
      <p:ext uri="{BB962C8B-B14F-4D97-AF65-F5344CB8AC3E}">
        <p14:creationId xmlns:p14="http://schemas.microsoft.com/office/powerpoint/2010/main" val="26243090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4">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313" y="1231637"/>
            <a:ext cx="6137453" cy="2698456"/>
          </a:xfrm>
          <a:prstGeom prst="rect">
            <a:avLst/>
          </a:prstGeom>
        </p:spPr>
        <p:txBody>
          <a:bodyPr anchor="t">
            <a:normAutofit/>
          </a:bodyPr>
          <a:lstStyle>
            <a:lvl1pPr algn="l">
              <a:lnSpc>
                <a:spcPct val="120000"/>
              </a:lnSpc>
              <a:defRPr sz="40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3315" y="5010911"/>
            <a:ext cx="6137452" cy="819302"/>
          </a:xfrm>
          <a:prstGeom prst="rect">
            <a:avLst/>
          </a:prstGeom>
        </p:spPr>
        <p:txBody>
          <a:bodyPr anchor="t">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10" name="Straight Connector 9">
            <a:extLst>
              <a:ext uri="{FF2B5EF4-FFF2-40B4-BE49-F238E27FC236}">
                <a16:creationId xmlns:a16="http://schemas.microsoft.com/office/drawing/2014/main" id="{C23037B3-8974-2599-9C16-662BA59487C4}"/>
              </a:ext>
              <a:ext uri="{C183D7F6-B498-43B3-948B-1728B52AA6E4}">
                <adec:decorative xmlns:adec="http://schemas.microsoft.com/office/drawing/2017/decorative" val="1"/>
              </a:ext>
            </a:extLst>
          </p:cNvPr>
          <p:cNvCxnSpPr>
            <a:cxnSpLocks/>
          </p:cNvCxnSpPr>
          <p:nvPr/>
        </p:nvCxnSpPr>
        <p:spPr>
          <a:xfrm>
            <a:off x="1459441" y="480458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dirty="0"/>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dirty="0"/>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13A0788F-C47A-4688-AAC9-8212EC625843}" type="datetime4">
              <a:rPr lang="en-US" smtClean="0"/>
              <a:t>June 29, 2025</a:t>
            </a:fld>
            <a:endParaRPr lang="en-US" dirty="0"/>
          </a:p>
        </p:txBody>
      </p:sp>
    </p:spTree>
    <p:extLst>
      <p:ext uri="{BB962C8B-B14F-4D97-AF65-F5344CB8AC3E}">
        <p14:creationId xmlns:p14="http://schemas.microsoft.com/office/powerpoint/2010/main" val="40276520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752AE3-E97E-6381-3066-90B73D6C279A}"/>
              </a:ext>
              <a:ext uri="{C183D7F6-B498-43B3-948B-1728B52AA6E4}">
                <adec:decorative xmlns:adec="http://schemas.microsoft.com/office/drawing/2017/decorative" val="1"/>
              </a:ext>
            </a:extLst>
          </p:cNvPr>
          <p:cNvSpPr/>
          <p:nvPr/>
        </p:nvSpPr>
        <p:spPr>
          <a:xfrm>
            <a:off x="762000" y="762003"/>
            <a:ext cx="10667999" cy="53339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1FC1D47-D22E-C8B6-52EE-977FA326BC59}"/>
              </a:ext>
              <a:ext uri="{C183D7F6-B498-43B3-948B-1728B52AA6E4}">
                <adec:decorative xmlns:adec="http://schemas.microsoft.com/office/drawing/2017/decorative" val="1"/>
              </a:ext>
            </a:extLst>
          </p:cNvPr>
          <p:cNvCxnSpPr>
            <a:cxnSpLocks/>
          </p:cNvCxnSpPr>
          <p:nvPr/>
        </p:nvCxnSpPr>
        <p:spPr>
          <a:xfrm>
            <a:off x="1550741" y="4572000"/>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0D13D9-271B-1B45-E2B5-49ADC53F7EFB}"/>
              </a:ext>
            </a:extLst>
          </p:cNvPr>
          <p:cNvSpPr/>
          <p:nvPr/>
        </p:nvSpPr>
        <p:spPr>
          <a:xfrm>
            <a:off x="6590056" y="1283542"/>
            <a:ext cx="4306824" cy="430682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5176"/>
            <a:ext cx="4672584" cy="2841220"/>
          </a:xfrm>
          <a:prstGeom prst="rect">
            <a:avLst/>
          </a:prstGeom>
        </p:spPr>
        <p:txBody>
          <a:bodyPr anchor="t">
            <a:normAutofit/>
          </a:bodyPr>
          <a:lstStyle>
            <a:lvl1pPr algn="l">
              <a:defRPr sz="31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45999" y="4983480"/>
            <a:ext cx="4672584" cy="786384"/>
          </a:xfrm>
          <a:prstGeom prst="rect">
            <a:avLst/>
          </a:prstGeom>
        </p:spPr>
        <p:txBody>
          <a:bodyPr anchor="t">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Picture Placeholder 20">
            <a:extLst>
              <a:ext uri="{FF2B5EF4-FFF2-40B4-BE49-F238E27FC236}">
                <a16:creationId xmlns:a16="http://schemas.microsoft.com/office/drawing/2014/main" id="{FBACAA98-741E-5E01-790D-22D994E62DDB}"/>
              </a:ext>
            </a:extLst>
          </p:cNvPr>
          <p:cNvSpPr>
            <a:spLocks noGrp="1"/>
          </p:cNvSpPr>
          <p:nvPr>
            <p:ph type="pic" sz="quarter" idx="17"/>
          </p:nvPr>
        </p:nvSpPr>
        <p:spPr>
          <a:xfrm>
            <a:off x="6581777" y="1264436"/>
            <a:ext cx="4329128" cy="4329128"/>
          </a:xfrm>
          <a:custGeom>
            <a:avLst/>
            <a:gdLst>
              <a:gd name="connsiteX0" fmla="*/ 2164564 w 4329128"/>
              <a:gd name="connsiteY0" fmla="*/ 0 h 4329128"/>
              <a:gd name="connsiteX1" fmla="*/ 4329128 w 4329128"/>
              <a:gd name="connsiteY1" fmla="*/ 2164564 h 4329128"/>
              <a:gd name="connsiteX2" fmla="*/ 2164564 w 4329128"/>
              <a:gd name="connsiteY2" fmla="*/ 4329128 h 4329128"/>
              <a:gd name="connsiteX3" fmla="*/ 0 w 4329128"/>
              <a:gd name="connsiteY3" fmla="*/ 2164564 h 4329128"/>
              <a:gd name="connsiteX4" fmla="*/ 2164564 w 4329128"/>
              <a:gd name="connsiteY4" fmla="*/ 0 h 432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128" h="4329128">
                <a:moveTo>
                  <a:pt x="2164564" y="0"/>
                </a:moveTo>
                <a:cubicBezTo>
                  <a:pt x="3360020" y="0"/>
                  <a:pt x="4329128" y="969108"/>
                  <a:pt x="4329128" y="2164564"/>
                </a:cubicBezTo>
                <a:cubicBezTo>
                  <a:pt x="4329128" y="3360020"/>
                  <a:pt x="3360020" y="4329128"/>
                  <a:pt x="2164564" y="4329128"/>
                </a:cubicBezTo>
                <a:cubicBezTo>
                  <a:pt x="969108" y="4329128"/>
                  <a:pt x="0" y="3360020"/>
                  <a:pt x="0" y="2164564"/>
                </a:cubicBezTo>
                <a:cubicBezTo>
                  <a:pt x="0" y="969108"/>
                  <a:pt x="969108" y="0"/>
                  <a:pt x="2164564" y="0"/>
                </a:cubicBezTo>
                <a:close/>
              </a:path>
            </a:pathLst>
          </a:custGeom>
          <a:blipFill dpi="0" rotWithShape="1">
            <a:blip r:embed="rId2" cstate="screen">
              <a:alphaModFix amt="8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5" name="Footer Placeholder 4">
            <a:extLst>
              <a:ext uri="{FF2B5EF4-FFF2-40B4-BE49-F238E27FC236}">
                <a16:creationId xmlns:a16="http://schemas.microsoft.com/office/drawing/2014/main" id="{1CC8C939-7FAD-347B-1591-43D9B3231526}"/>
              </a:ext>
            </a:extLst>
          </p:cNvPr>
          <p:cNvSpPr>
            <a:spLocks noGrp="1"/>
          </p:cNvSpPr>
          <p:nvPr>
            <p:ph type="ftr" sz="quarter" idx="19"/>
          </p:nvPr>
        </p:nvSpPr>
        <p:spPr/>
        <p:txBody>
          <a:bodyPr/>
          <a:lstStyle/>
          <a:p>
            <a:pPr algn="r"/>
            <a:r>
              <a:rPr lang="en-US" dirty="0"/>
              <a:t>Sample Footer Text</a:t>
            </a:r>
          </a:p>
        </p:txBody>
      </p:sp>
      <p:sp>
        <p:nvSpPr>
          <p:cNvPr id="6" name="Slide Number Placeholder 5">
            <a:extLst>
              <a:ext uri="{FF2B5EF4-FFF2-40B4-BE49-F238E27FC236}">
                <a16:creationId xmlns:a16="http://schemas.microsoft.com/office/drawing/2014/main" id="{85AAACDE-68BE-0B6C-22AE-1B3B232E2964}"/>
              </a:ext>
            </a:extLst>
          </p:cNvPr>
          <p:cNvSpPr>
            <a:spLocks noGrp="1"/>
          </p:cNvSpPr>
          <p:nvPr>
            <p:ph type="sldNum" sz="quarter" idx="20"/>
          </p:nvPr>
        </p:nvSpPr>
        <p:spPr/>
        <p:txBody>
          <a:bodyPr/>
          <a:lstStyle/>
          <a:p>
            <a:pPr algn="ctr"/>
            <a:fld id="{8D252C1B-CBF0-4A4D-8F57-7FB989103249}" type="slidenum">
              <a:rPr lang="en-US" smtClean="0"/>
              <a:pPr algn="ctr"/>
              <a:t>‹#›</a:t>
            </a:fld>
            <a:endParaRPr lang="en-US" dirty="0"/>
          </a:p>
        </p:txBody>
      </p:sp>
      <p:sp>
        <p:nvSpPr>
          <p:cNvPr id="4" name="Date Placeholder 3">
            <a:extLst>
              <a:ext uri="{FF2B5EF4-FFF2-40B4-BE49-F238E27FC236}">
                <a16:creationId xmlns:a16="http://schemas.microsoft.com/office/drawing/2014/main" id="{AFD31B72-8374-965C-518F-8B0878FD79D0}"/>
              </a:ext>
            </a:extLst>
          </p:cNvPr>
          <p:cNvSpPr>
            <a:spLocks noGrp="1"/>
          </p:cNvSpPr>
          <p:nvPr>
            <p:ph type="dt" sz="half" idx="18"/>
          </p:nvPr>
        </p:nvSpPr>
        <p:spPr/>
        <p:txBody>
          <a:bodyPr/>
          <a:lstStyle/>
          <a:p>
            <a:fld id="{05861B11-817A-478B-9F27-B7D56C03E9A1}" type="datetime4">
              <a:rPr lang="en-US" smtClean="0"/>
              <a:t>June 29, 2025</a:t>
            </a:fld>
            <a:endParaRPr lang="en-US" dirty="0"/>
          </a:p>
        </p:txBody>
      </p:sp>
    </p:spTree>
    <p:extLst>
      <p:ext uri="{BB962C8B-B14F-4D97-AF65-F5344CB8AC3E}">
        <p14:creationId xmlns:p14="http://schemas.microsoft.com/office/powerpoint/2010/main" val="282536756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hoto 2">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5330953"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6272"/>
            <a:ext cx="3959352" cy="2885843"/>
          </a:xfrm>
          <a:prstGeom prst="rect">
            <a:avLst/>
          </a:prstGeom>
        </p:spPr>
        <p:txBody>
          <a:bodyPr anchor="t">
            <a:normAutofit/>
          </a:bodyPr>
          <a:lstStyle>
            <a:lvl1pPr algn="l">
              <a:lnSpc>
                <a:spcPct val="120000"/>
              </a:lnSpc>
              <a:defRPr sz="40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5143" y="5029200"/>
            <a:ext cx="3941064" cy="786384"/>
          </a:xfrm>
          <a:prstGeom prst="rect">
            <a:avLst/>
          </a:prstGeom>
        </p:spPr>
        <p:txBody>
          <a:bodyPr anchor="t">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7" name="Straight Connector 6">
            <a:extLst>
              <a:ext uri="{FF2B5EF4-FFF2-40B4-BE49-F238E27FC236}">
                <a16:creationId xmlns:a16="http://schemas.microsoft.com/office/drawing/2014/main" id="{12230C97-C8C3-2142-5720-3E811CE1E63C}"/>
              </a:ext>
              <a:ext uri="{C183D7F6-B498-43B3-948B-1728B52AA6E4}">
                <adec:decorative xmlns:adec="http://schemas.microsoft.com/office/drawing/2017/decorative" val="1"/>
              </a:ext>
            </a:extLst>
          </p:cNvPr>
          <p:cNvCxnSpPr>
            <a:cxnSpLocks/>
          </p:cNvCxnSpPr>
          <p:nvPr/>
        </p:nvCxnSpPr>
        <p:spPr>
          <a:xfrm>
            <a:off x="1463059" y="473225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7081DABC-6343-A24F-FE45-96400F8FB4BD}"/>
              </a:ext>
            </a:extLst>
          </p:cNvPr>
          <p:cNvSpPr>
            <a:spLocks noGrp="1"/>
          </p:cNvSpPr>
          <p:nvPr>
            <p:ph type="pic" sz="quarter" idx="13"/>
          </p:nvPr>
        </p:nvSpPr>
        <p:spPr>
          <a:xfrm>
            <a:off x="6099048" y="758951"/>
            <a:ext cx="5340096" cy="5333995"/>
          </a:xfrm>
          <a:prstGeom prst="rect">
            <a:avLst/>
          </a:prstGeom>
          <a:blipFill>
            <a:blip r:embed="rId2" cstate="screen">
              <a:alphaModFix amt="8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dirty="0"/>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dirty="0"/>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DF4E192D-1418-4101-9BFA-55C137A025CB}" type="datetime4">
              <a:rPr lang="en-US" smtClean="0"/>
              <a:t>June 29, 2025</a:t>
            </a:fld>
            <a:endParaRPr lang="en-US" dirty="0"/>
          </a:p>
        </p:txBody>
      </p:sp>
    </p:spTree>
    <p:extLst>
      <p:ext uri="{BB962C8B-B14F-4D97-AF65-F5344CB8AC3E}">
        <p14:creationId xmlns:p14="http://schemas.microsoft.com/office/powerpoint/2010/main" val="34646630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useBgFill="1">
        <p:nvSpPr>
          <p:cNvPr id="15" name="Oval 14">
            <a:extLst>
              <a:ext uri="{FF2B5EF4-FFF2-40B4-BE49-F238E27FC236}">
                <a16:creationId xmlns:a16="http://schemas.microsoft.com/office/drawing/2014/main" id="{D9699E7E-EA95-258E-EE85-5B6712A5D963}"/>
              </a:ext>
              <a:ext uri="{C183D7F6-B498-43B3-948B-1728B52AA6E4}">
                <adec:decorative xmlns:adec="http://schemas.microsoft.com/office/drawing/2017/decorative" val="1"/>
              </a:ext>
            </a:extLst>
          </p:cNvPr>
          <p:cNvSpPr/>
          <p:nvPr/>
        </p:nvSpPr>
        <p:spPr>
          <a:xfrm>
            <a:off x="695096" y="1082040"/>
            <a:ext cx="4692243" cy="46922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12848"/>
            <a:ext cx="3941064" cy="1426464"/>
          </a:xfrm>
          <a:prstGeom prst="rect">
            <a:avLst/>
          </a:prstGeom>
        </p:spPr>
        <p:txBody>
          <a:bodyPr anchor="b">
            <a:noAutofit/>
          </a:bodyPr>
          <a:lstStyle>
            <a:lvl1pPr algn="ctr">
              <a:lnSpc>
                <a:spcPct val="120000"/>
              </a:lnSpc>
              <a:defRPr sz="36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Picture Placeholder 12">
            <a:extLst>
              <a:ext uri="{FF2B5EF4-FFF2-40B4-BE49-F238E27FC236}">
                <a16:creationId xmlns:a16="http://schemas.microsoft.com/office/drawing/2014/main" id="{360E5C64-41A3-7E7F-EE42-A3FC02532B17}"/>
              </a:ext>
            </a:extLst>
          </p:cNvPr>
          <p:cNvSpPr>
            <a:spLocks noGrp="1"/>
          </p:cNvSpPr>
          <p:nvPr>
            <p:ph type="pic" sz="quarter" idx="13"/>
          </p:nvPr>
        </p:nvSpPr>
        <p:spPr>
          <a:xfrm>
            <a:off x="0" y="0"/>
            <a:ext cx="12192000" cy="6858000"/>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blipFill>
            <a:blip r:embed="rId2" cstate="screen">
              <a:alphaModFix amt="8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cxnSp>
        <p:nvCxnSpPr>
          <p:cNvPr id="8" name="Straight Connector 7">
            <a:extLst>
              <a:ext uri="{FF2B5EF4-FFF2-40B4-BE49-F238E27FC236}">
                <a16:creationId xmlns:a16="http://schemas.microsoft.com/office/drawing/2014/main" id="{C57A2E3A-6DE5-8378-A089-49E8A2E29D17}"/>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9FA0CB7-81FD-E5AB-555F-E1C775A249E1}"/>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214A870A-A927-4B80-CF98-DCEAE185B2E6}"/>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dirty="0"/>
          </a:p>
        </p:txBody>
      </p:sp>
      <p:sp>
        <p:nvSpPr>
          <p:cNvPr id="7" name="Date Placeholder 6">
            <a:extLst>
              <a:ext uri="{FF2B5EF4-FFF2-40B4-BE49-F238E27FC236}">
                <a16:creationId xmlns:a16="http://schemas.microsoft.com/office/drawing/2014/main" id="{1C479C96-7BEB-F059-03DB-852A6D2778BB}"/>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198E39E0-F096-42B0-9F1A-210D01A1F008}" type="datetime4">
              <a:rPr lang="en-US" smtClean="0"/>
              <a:t>June 29, 2025</a:t>
            </a:fld>
            <a:endParaRPr lang="en-US" dirty="0"/>
          </a:p>
        </p:txBody>
      </p:sp>
    </p:spTree>
    <p:extLst>
      <p:ext uri="{BB962C8B-B14F-4D97-AF65-F5344CB8AC3E}">
        <p14:creationId xmlns:p14="http://schemas.microsoft.com/office/powerpoint/2010/main" val="4073361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hoto 4">
    <p:bg>
      <p:bgPr>
        <a:solidFill>
          <a:schemeClr val="tx1"/>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9EC672D3-D8F8-3D61-3C4C-5C95F5E2613C}"/>
              </a:ext>
              <a:ext uri="{C183D7F6-B498-43B3-948B-1728B52AA6E4}">
                <adec:decorative xmlns:adec="http://schemas.microsoft.com/office/drawing/2017/decorative" val="1"/>
              </a:ext>
            </a:extLst>
          </p:cNvPr>
          <p:cNvSpPr/>
          <p:nvPr/>
        </p:nvSpPr>
        <p:spPr>
          <a:xfrm>
            <a:off x="733197" y="1113411"/>
            <a:ext cx="4629606" cy="46296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1538975B-8704-9783-3024-A904B1D27242}"/>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86000"/>
            <a:ext cx="3941064" cy="1353312"/>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Picture Placeholder 13">
            <a:extLst>
              <a:ext uri="{FF2B5EF4-FFF2-40B4-BE49-F238E27FC236}">
                <a16:creationId xmlns:a16="http://schemas.microsoft.com/office/drawing/2014/main" id="{A4FC6076-33D1-25E4-ECF0-EBA6547E6F66}"/>
              </a:ext>
            </a:extLst>
          </p:cNvPr>
          <p:cNvSpPr>
            <a:spLocks noGrp="1"/>
          </p:cNvSpPr>
          <p:nvPr>
            <p:ph type="pic" sz="quarter" idx="13"/>
          </p:nvPr>
        </p:nvSpPr>
        <p:spPr>
          <a:xfrm>
            <a:off x="6099048" y="0"/>
            <a:ext cx="6099048" cy="6858000"/>
          </a:xfrm>
          <a:prstGeom prst="rect">
            <a:avLst/>
          </a:prstGeom>
          <a:blipFill>
            <a:blip r:embed="rId2" cstate="screen">
              <a:alphaModFix amt="8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17" name="Footer Placeholder 16">
            <a:extLst>
              <a:ext uri="{FF2B5EF4-FFF2-40B4-BE49-F238E27FC236}">
                <a16:creationId xmlns:a16="http://schemas.microsoft.com/office/drawing/2014/main" id="{AC1630BD-E1B7-AF29-7C4B-B85965A099D7}"/>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8" name="Slide Number Placeholder 17">
            <a:extLst>
              <a:ext uri="{FF2B5EF4-FFF2-40B4-BE49-F238E27FC236}">
                <a16:creationId xmlns:a16="http://schemas.microsoft.com/office/drawing/2014/main" id="{984E9A52-4A3D-D4E9-EB81-3D3DF57174E8}"/>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dirty="0"/>
          </a:p>
        </p:txBody>
      </p:sp>
      <p:sp>
        <p:nvSpPr>
          <p:cNvPr id="16" name="Date Placeholder 15">
            <a:extLst>
              <a:ext uri="{FF2B5EF4-FFF2-40B4-BE49-F238E27FC236}">
                <a16:creationId xmlns:a16="http://schemas.microsoft.com/office/drawing/2014/main" id="{BBD33975-EBFD-2750-DA6E-80E55F7B5DC4}"/>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980C1F5F-6B70-4E44-A8D8-9F024A0B017D}" type="datetime4">
              <a:rPr lang="en-US" smtClean="0"/>
              <a:t>June 29, 2025</a:t>
            </a:fld>
            <a:endParaRPr lang="en-US" dirty="0"/>
          </a:p>
        </p:txBody>
      </p:sp>
    </p:spTree>
    <p:extLst>
      <p:ext uri="{BB962C8B-B14F-4D97-AF65-F5344CB8AC3E}">
        <p14:creationId xmlns:p14="http://schemas.microsoft.com/office/powerpoint/2010/main" val="21409675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1">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D080AD5-EDF0-8614-3A6E-738026A999B2}"/>
              </a:ext>
              <a:ext uri="{C183D7F6-B498-43B3-948B-1728B52AA6E4}">
                <adec:decorative xmlns:adec="http://schemas.microsoft.com/office/drawing/2017/decorative" val="1"/>
              </a:ext>
            </a:extLst>
          </p:cNvPr>
          <p:cNvCxnSpPr>
            <a:cxnSpLocks/>
          </p:cNvCxnSpPr>
          <p:nvPr/>
        </p:nvCxnSpPr>
        <p:spPr>
          <a:xfrm>
            <a:off x="1099874" y="972179"/>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92091" y="3072384"/>
            <a:ext cx="6812280" cy="2889504"/>
          </a:xfrm>
          <a:prstGeom prst="rect">
            <a:avLst/>
          </a:prstGeom>
        </p:spPr>
        <p:txBody>
          <a:bodyPr vert="horz" lIns="91440" tIns="45720" rIns="91440" bIns="45720" rtlCol="0" anchor="b">
            <a:noAutofit/>
          </a:bodyPr>
          <a:lstStyle>
            <a:lvl1pPr>
              <a:defRPr lang="en-US" sz="4400" dirty="0">
                <a:solidFill>
                  <a:schemeClr val="bg1"/>
                </a:solidFill>
              </a:defRPr>
            </a:lvl1pPr>
          </a:lstStyle>
          <a:p>
            <a:pPr lvl="0">
              <a:lnSpc>
                <a:spcPct val="120000"/>
              </a:lnSpc>
            </a:pPr>
            <a:r>
              <a:rPr lang="en-US"/>
              <a:t>Click to edit Master title style</a:t>
            </a:r>
            <a:endParaRPr lang="en-US" dirty="0"/>
          </a:p>
        </p:txBody>
      </p:sp>
    </p:spTree>
    <p:extLst>
      <p:ext uri="{BB962C8B-B14F-4D97-AF65-F5344CB8AC3E}">
        <p14:creationId xmlns:p14="http://schemas.microsoft.com/office/powerpoint/2010/main" val="40137056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tx1"/>
        </a:solidFill>
        <a:effectLst/>
      </p:bgPr>
    </p:bg>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7B311658-326E-8930-CE47-FD49EE7B39B5}"/>
              </a:ext>
              <a:ext uri="{C183D7F6-B498-43B3-948B-1728B52AA6E4}">
                <adec:decorative xmlns:adec="http://schemas.microsoft.com/office/drawing/2017/decorative" val="1"/>
              </a:ext>
            </a:extLst>
          </p:cNvPr>
          <p:cNvSpPr/>
          <p:nvPr/>
        </p:nvSpPr>
        <p:spPr>
          <a:xfrm>
            <a:off x="3417864" y="750864"/>
            <a:ext cx="5356272" cy="53562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ooter Placeholder 9">
            <a:extLst>
              <a:ext uri="{FF2B5EF4-FFF2-40B4-BE49-F238E27FC236}">
                <a16:creationId xmlns:a16="http://schemas.microsoft.com/office/drawing/2014/main" id="{35FCFEE1-80FB-1203-A596-BBE1536FB9B7}"/>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dirty="0"/>
              <a:t>Sample Footer Text</a:t>
            </a:r>
          </a:p>
        </p:txBody>
      </p:sp>
      <p:sp>
        <p:nvSpPr>
          <p:cNvPr id="11" name="Slide Number Placeholder 10">
            <a:extLst>
              <a:ext uri="{FF2B5EF4-FFF2-40B4-BE49-F238E27FC236}">
                <a16:creationId xmlns:a16="http://schemas.microsoft.com/office/drawing/2014/main" id="{0E7E0F55-068E-56E0-8F55-92F1DDFB854A}"/>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dirty="0"/>
          </a:p>
        </p:txBody>
      </p:sp>
      <p:sp>
        <p:nvSpPr>
          <p:cNvPr id="9" name="Date Placeholder 8">
            <a:extLst>
              <a:ext uri="{FF2B5EF4-FFF2-40B4-BE49-F238E27FC236}">
                <a16:creationId xmlns:a16="http://schemas.microsoft.com/office/drawing/2014/main" id="{AD804B75-28A8-B638-C43D-B5CD2E5BA868}"/>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A925DAD9-7C57-4EE5-8C19-7CC0CB966ECE}" type="datetime4">
              <a:rPr lang="en-US" smtClean="0"/>
              <a:t>June 29, 2025</a:t>
            </a:fld>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62426" y="1984248"/>
            <a:ext cx="4462272" cy="2889504"/>
          </a:xfrm>
          <a:prstGeom prst="rect">
            <a:avLst/>
          </a:prstGeom>
        </p:spPr>
        <p:txBody>
          <a:bodyPr anchor="ctr">
            <a:normAutofit/>
          </a:bodyPr>
          <a:lstStyle>
            <a:lvl1pPr algn="ctr">
              <a:lnSpc>
                <a:spcPct val="120000"/>
              </a:lnSpc>
              <a:defRPr sz="4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925133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ection Header 3">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6/29/2025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Tree>
    <p:extLst>
      <p:ext uri="{BB962C8B-B14F-4D97-AF65-F5344CB8AC3E}">
        <p14:creationId xmlns:p14="http://schemas.microsoft.com/office/powerpoint/2010/main" val="29569981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713FDA-ABFC-FBE4-9C4A-3A90A222245B}"/>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44803" y="1987906"/>
            <a:ext cx="3606394" cy="2882188"/>
          </a:xfrm>
          <a:prstGeom prst="rect">
            <a:avLst/>
          </a:prstGeom>
        </p:spPr>
        <p:txBody>
          <a:bodyPr anchor="ctr">
            <a:noAutofit/>
          </a:bodyPr>
          <a:lstStyle>
            <a:lvl1pPr algn="ctr">
              <a:lnSpc>
                <a:spcPct val="100000"/>
              </a:lnSpc>
              <a:defRPr sz="44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66715" y="608991"/>
            <a:ext cx="4943704" cy="5640019"/>
          </a:xfrm>
          <a:prstGeom prst="rect">
            <a:avLst/>
          </a:prstGeom>
        </p:spPr>
        <p:txBody>
          <a:bodyPr vert="horz" lIns="91440" tIns="45720" rIns="91440" bIns="45720" rtlCol="0" anchor="ctr">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F987B6F1-20E0-4730-B472-4F9747DD0066}" type="datetime4">
              <a:rPr lang="en-US" smtClean="0"/>
              <a:t>June 29, 2025</a:t>
            </a:fld>
            <a:endParaRPr lang="en-US" dirty="0"/>
          </a:p>
        </p:txBody>
      </p:sp>
    </p:spTree>
    <p:extLst>
      <p:ext uri="{BB962C8B-B14F-4D97-AF65-F5344CB8AC3E}">
        <p14:creationId xmlns:p14="http://schemas.microsoft.com/office/powerpoint/2010/main" val="323753151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08455-64EF-6D3F-F544-C7CBF0D5756A}"/>
              </a:ext>
              <a:ext uri="{C183D7F6-B498-43B3-948B-1728B52AA6E4}">
                <adec:decorative xmlns:adec="http://schemas.microsoft.com/office/drawing/2017/decorative" val="1"/>
              </a:ext>
            </a:extLst>
          </p:cNvPr>
          <p:cNvSpPr/>
          <p:nvPr/>
        </p:nvSpPr>
        <p:spPr>
          <a:xfrm>
            <a:off x="1" y="0"/>
            <a:ext cx="609325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9302" y="2357324"/>
            <a:ext cx="4396436" cy="2143353"/>
          </a:xfrm>
          <a:prstGeom prst="rect">
            <a:avLst/>
          </a:prstGeom>
        </p:spPr>
        <p:txBody>
          <a:bodyPr anchor="ctr">
            <a:normAutofit/>
          </a:bodyPr>
          <a:lstStyle>
            <a:lvl1pPr algn="ctr">
              <a:lnSpc>
                <a:spcPct val="100000"/>
              </a:lnSpc>
              <a:defRPr sz="6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325112" cy="5640019"/>
          </a:xfrm>
          <a:prstGeom prst="rect">
            <a:avLst/>
          </a:prstGeom>
        </p:spPr>
        <p:txBody>
          <a:bodyPr vert="horz" lIns="91440" tIns="45720" rIns="91440" bIns="45720" rtlCol="0" anchor="ctr">
            <a:normAutofit/>
          </a:bodyPr>
          <a:lstStyle>
            <a:lvl1pPr marL="342900" indent="-3429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F987B6F1-20E0-4730-B472-4F9747DD0066}" type="datetime4">
              <a:rPr lang="en-US" smtClean="0"/>
              <a:t>June 29, 2025</a:t>
            </a:fld>
            <a:endParaRPr lang="en-US" dirty="0"/>
          </a:p>
        </p:txBody>
      </p:sp>
    </p:spTree>
    <p:extLst>
      <p:ext uri="{BB962C8B-B14F-4D97-AF65-F5344CB8AC3E}">
        <p14:creationId xmlns:p14="http://schemas.microsoft.com/office/powerpoint/2010/main" val="1829505612"/>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hoto">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00467" y="2320290"/>
            <a:ext cx="3691890" cy="2217420"/>
          </a:xfrm>
          <a:prstGeom prst="rect">
            <a:avLst/>
          </a:prstGeom>
        </p:spPr>
        <p:txBody>
          <a:bodyPr anchor="ctr">
            <a:normAutofit/>
          </a:bodyPr>
          <a:lstStyle>
            <a:lvl1pPr algn="ctr">
              <a:lnSpc>
                <a:spcPct val="100000"/>
              </a:lnSpc>
              <a:defRPr sz="4000">
                <a:solidFill>
                  <a:schemeClr val="bg1"/>
                </a:solidFill>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02FB81A4-D995-C460-96DC-F799CEACAB9A}"/>
              </a:ext>
            </a:extLst>
          </p:cNvPr>
          <p:cNvSpPr>
            <a:spLocks noGrp="1"/>
          </p:cNvSpPr>
          <p:nvPr>
            <p:ph type="pic" sz="quarter" idx="17"/>
          </p:nvPr>
        </p:nvSpPr>
        <p:spPr>
          <a:xfrm>
            <a:off x="0" y="0"/>
            <a:ext cx="6092825" cy="6858000"/>
          </a:xfrm>
          <a:custGeom>
            <a:avLst/>
            <a:gdLst>
              <a:gd name="connsiteX0" fmla="*/ 3046412 w 6092825"/>
              <a:gd name="connsiteY0" fmla="*/ 1298448 h 6858000"/>
              <a:gd name="connsiteX1" fmla="*/ 915860 w 6092825"/>
              <a:gd name="connsiteY1" fmla="*/ 3429000 h 6858000"/>
              <a:gd name="connsiteX2" fmla="*/ 3046412 w 6092825"/>
              <a:gd name="connsiteY2" fmla="*/ 5559552 h 6858000"/>
              <a:gd name="connsiteX3" fmla="*/ 5176964 w 6092825"/>
              <a:gd name="connsiteY3" fmla="*/ 3429000 h 6858000"/>
              <a:gd name="connsiteX4" fmla="*/ 3046412 w 6092825"/>
              <a:gd name="connsiteY4" fmla="*/ 1298448 h 6858000"/>
              <a:gd name="connsiteX5" fmla="*/ 0 w 6092825"/>
              <a:gd name="connsiteY5" fmla="*/ 0 h 6858000"/>
              <a:gd name="connsiteX6" fmla="*/ 6092825 w 6092825"/>
              <a:gd name="connsiteY6" fmla="*/ 0 h 6858000"/>
              <a:gd name="connsiteX7" fmla="*/ 6092825 w 6092825"/>
              <a:gd name="connsiteY7" fmla="*/ 6858000 h 6858000"/>
              <a:gd name="connsiteX8" fmla="*/ 0 w 609282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825" h="6858000">
                <a:moveTo>
                  <a:pt x="3046412" y="1298448"/>
                </a:moveTo>
                <a:cubicBezTo>
                  <a:pt x="1869741" y="1298448"/>
                  <a:pt x="915860" y="2252329"/>
                  <a:pt x="915860" y="3429000"/>
                </a:cubicBezTo>
                <a:cubicBezTo>
                  <a:pt x="915860" y="4605671"/>
                  <a:pt x="1869741" y="5559552"/>
                  <a:pt x="3046412" y="5559552"/>
                </a:cubicBezTo>
                <a:cubicBezTo>
                  <a:pt x="4223083" y="5559552"/>
                  <a:pt x="5176964" y="4605671"/>
                  <a:pt x="5176964" y="3429000"/>
                </a:cubicBezTo>
                <a:cubicBezTo>
                  <a:pt x="5176964" y="2252329"/>
                  <a:pt x="4223083" y="1298448"/>
                  <a:pt x="3046412" y="1298448"/>
                </a:cubicBezTo>
                <a:close/>
                <a:moveTo>
                  <a:pt x="0" y="0"/>
                </a:moveTo>
                <a:lnTo>
                  <a:pt x="6092825" y="0"/>
                </a:lnTo>
                <a:lnTo>
                  <a:pt x="6092825" y="6858000"/>
                </a:lnTo>
                <a:lnTo>
                  <a:pt x="0" y="6858000"/>
                </a:lnTo>
                <a:close/>
              </a:path>
            </a:pathLst>
          </a:custGeom>
          <a:blipFill>
            <a:blip r:embed="rId2" cstate="screen">
              <a:alphaModFix amt="8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solidFill>
                  <a:schemeClr val="bg1"/>
                </a:solidFill>
              </a:defRPr>
            </a:lvl1p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427524" cy="5640019"/>
          </a:xfrm>
          <a:prstGeom prst="rect">
            <a:avLst/>
          </a:prstGeom>
        </p:spPr>
        <p:txBody>
          <a:bodyPr vert="horz" lIns="91440" tIns="45720" rIns="91440" bIns="45720" rtlCol="0" anchor="ctr">
            <a:normAutofit/>
          </a:bodyPr>
          <a:lstStyle>
            <a:lvl1pPr marL="342900" indent="-342900">
              <a:buFont typeface="+mj-lt"/>
              <a:buAutoNum type="arabicPeriod"/>
              <a:defRPr lang="en-US" dirty="0">
                <a:solidFill>
                  <a:schemeClr val="bg1"/>
                </a:solidFill>
              </a:defRPr>
            </a:lvl1pPr>
            <a:lvl2pPr marL="571500" indent="-342900">
              <a:buFont typeface="+mj-lt"/>
              <a:buAutoNum type="alphaLcPeriod"/>
              <a:defRPr lang="en-US" dirty="0">
                <a:solidFill>
                  <a:schemeClr val="bg1"/>
                </a:solidFill>
              </a:defRPr>
            </a:lvl2pPr>
            <a:lvl3pPr marL="800100" indent="-342900">
              <a:buFont typeface="+mj-lt"/>
              <a:buAutoNum type="romanLcPeriod"/>
              <a:defRPr lang="en-US" dirty="0">
                <a:solidFill>
                  <a:schemeClr val="bg1"/>
                </a:solidFill>
              </a:defRPr>
            </a:lvl3pPr>
            <a:lvl4pPr marL="914400" indent="-228600">
              <a:buFont typeface="+mj-lt"/>
              <a:buAutoNum type="arabicParenR"/>
              <a:defRPr lang="en-US" dirty="0">
                <a:solidFill>
                  <a:schemeClr val="bg1"/>
                </a:solidFill>
              </a:defRPr>
            </a:lvl4pPr>
            <a:lvl5pPr marL="1143000" indent="-228600">
              <a:buFont typeface="+mj-lt"/>
              <a:buAutoNum type="alphaLcParenR"/>
              <a:defRPr lang="en-US" dirty="0">
                <a:solidFill>
                  <a:schemeClr val="bg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defRPr>
            </a:lvl1pPr>
          </a:lstStyle>
          <a:p>
            <a:r>
              <a:rPr lang="en-US" dirty="0"/>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defRPr>
            </a:lvl1pPr>
          </a:lstStyle>
          <a:p>
            <a:fld id="{F987B6F1-20E0-4730-B472-4F9747DD0066}" type="datetime4">
              <a:rPr lang="en-US" smtClean="0"/>
              <a:pPr/>
              <a:t>June 29, 2025</a:t>
            </a:fld>
            <a:endParaRPr lang="en-US" dirty="0"/>
          </a:p>
        </p:txBody>
      </p:sp>
    </p:spTree>
    <p:extLst>
      <p:ext uri="{BB962C8B-B14F-4D97-AF65-F5344CB8AC3E}">
        <p14:creationId xmlns:p14="http://schemas.microsoft.com/office/powerpoint/2010/main" val="260902870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a:prstGeom prst="rect">
            <a:avLst/>
          </a:prstGeom>
        </p:spPr>
        <p:txBody>
          <a:bodyPr anchor="ctr">
            <a:normAutofit/>
          </a:bodyPr>
          <a:lstStyle>
            <a:lvl1pPr>
              <a:lnSpc>
                <a:spcPct val="120000"/>
              </a:lnSpc>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Footer Placeholder 5">
            <a:extLst>
              <a:ext uri="{FF2B5EF4-FFF2-40B4-BE49-F238E27FC236}">
                <a16:creationId xmlns:a16="http://schemas.microsoft.com/office/drawing/2014/main" id="{1E4982EE-7EF5-2FCA-4FED-13EAB746A4C0}"/>
              </a:ext>
            </a:extLst>
          </p:cNvPr>
          <p:cNvSpPr>
            <a:spLocks noGrp="1"/>
          </p:cNvSpPr>
          <p:nvPr>
            <p:ph type="ftr" sz="quarter" idx="11"/>
          </p:nvPr>
        </p:nvSpPr>
        <p:spPr>
          <a:xfrm>
            <a:off x="137160" y="6492240"/>
            <a:ext cx="3657600" cy="365125"/>
          </a:xfrm>
        </p:spPr>
        <p:txBody>
          <a:bodyPr/>
          <a:lstStyle>
            <a:lvl1pPr algn="l">
              <a:defRPr/>
            </a:lvl1pPr>
          </a:lstStyle>
          <a:p>
            <a:r>
              <a:rPr lang="en-US" dirty="0"/>
              <a:t>Sample Footer Text</a:t>
            </a:r>
          </a:p>
        </p:txBody>
      </p:sp>
      <p:sp>
        <p:nvSpPr>
          <p:cNvPr id="10" name="Slide Number Placeholder 9">
            <a:extLst>
              <a:ext uri="{FF2B5EF4-FFF2-40B4-BE49-F238E27FC236}">
                <a16:creationId xmlns:a16="http://schemas.microsoft.com/office/drawing/2014/main" id="{D0E446A1-A859-B438-0A68-770468ED9846}"/>
              </a:ext>
            </a:extLst>
          </p:cNvPr>
          <p:cNvSpPr>
            <a:spLocks noGrp="1"/>
          </p:cNvSpPr>
          <p:nvPr>
            <p:ph type="sldNum" sz="quarter" idx="12"/>
          </p:nvPr>
        </p:nvSpPr>
        <p:spPr>
          <a:xfrm>
            <a:off x="5779008" y="6455664"/>
            <a:ext cx="630936" cy="429768"/>
          </a:xfrm>
        </p:spPr>
        <p:txBody>
          <a:bodyPr/>
          <a:lstStyle/>
          <a:p>
            <a:pPr algn="ctr"/>
            <a:fld id="{CC057153-B650-4DEB-B370-79DDCFDCE934}" type="slidenum">
              <a:rPr lang="en-US" smtClean="0"/>
              <a:pPr algn="ctr"/>
              <a:t>‹#›</a:t>
            </a:fld>
            <a:endParaRPr lang="en-US" dirty="0"/>
          </a:p>
        </p:txBody>
      </p:sp>
      <p:sp>
        <p:nvSpPr>
          <p:cNvPr id="5" name="Date Placeholder 4">
            <a:extLst>
              <a:ext uri="{FF2B5EF4-FFF2-40B4-BE49-F238E27FC236}">
                <a16:creationId xmlns:a16="http://schemas.microsoft.com/office/drawing/2014/main" id="{29BFEF04-4D1E-3014-0055-82DE245039DE}"/>
              </a:ext>
            </a:extLst>
          </p:cNvPr>
          <p:cNvSpPr>
            <a:spLocks noGrp="1"/>
          </p:cNvSpPr>
          <p:nvPr>
            <p:ph type="dt" sz="half" idx="10"/>
          </p:nvPr>
        </p:nvSpPr>
        <p:spPr>
          <a:xfrm>
            <a:off x="8394192" y="6483096"/>
            <a:ext cx="3657600" cy="365125"/>
          </a:xfrm>
        </p:spPr>
        <p:txBody>
          <a:bodyPr/>
          <a:lstStyle>
            <a:lvl1pPr algn="r">
              <a:defRPr/>
            </a:lvl1pPr>
          </a:lstStyle>
          <a:p>
            <a:fld id="{3968F040-9A2D-487C-9838-D433833E9BE2}" type="datetime4">
              <a:rPr lang="en-US" smtClean="0"/>
              <a:t>June 29, 2025</a:t>
            </a:fld>
            <a:endParaRPr lang="en-US" dirty="0"/>
          </a:p>
        </p:txBody>
      </p:sp>
    </p:spTree>
    <p:extLst>
      <p:ext uri="{BB962C8B-B14F-4D97-AF65-F5344CB8AC3E}">
        <p14:creationId xmlns:p14="http://schemas.microsoft.com/office/powerpoint/2010/main" val="40152786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a:prstGeom prst="rect">
            <a:avLst/>
          </a:prstGeom>
        </p:spPr>
        <p:txBody>
          <a:bodyPr anchor="b">
            <a:normAutofit/>
          </a:bodyPr>
          <a:lstStyle>
            <a:lvl1pPr>
              <a:lnSpc>
                <a:spcPct val="120000"/>
              </a:lnSpc>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92240"/>
            <a:ext cx="3657600" cy="365760"/>
          </a:xfrm>
          <a:prstGeom prst="rect">
            <a:avLst/>
          </a:prstGeom>
        </p:spPr>
        <p:txBody>
          <a:bodyPr/>
          <a:lstStyle>
            <a:lvl1pPr algn="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5780532" y="6455664"/>
            <a:ext cx="630936" cy="429768"/>
          </a:xfrm>
          <a:prstGeom prst="rect">
            <a:avLst/>
          </a:prstGeom>
        </p:spPr>
        <p:txBody>
          <a:bodyPr/>
          <a:lstStyle>
            <a:lvl1pPr algn="ctr">
              <a:defRPr/>
            </a:lvl1pPr>
          </a:lstStyle>
          <a:p>
            <a:fld id="{CC057153-B650-4DEB-B370-79DDCFDCE934}" type="slidenum">
              <a:rPr lang="en-US" smtClean="0"/>
              <a:pPr/>
              <a:t>‹#›</a:t>
            </a:fld>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397240" y="6492240"/>
            <a:ext cx="3657600" cy="365760"/>
          </a:xfrm>
          <a:prstGeom prst="rect">
            <a:avLst/>
          </a:prstGeom>
        </p:spPr>
        <p:txBody>
          <a:bodyPr/>
          <a:lstStyle>
            <a:lvl1pPr algn="r">
              <a:defRPr/>
            </a:lvl1pPr>
          </a:lstStyle>
          <a:p>
            <a:fld id="{CF743D32-6A3E-4A64-8C79-B02CFF48A7E1}" type="datetime4">
              <a:rPr lang="en-US" smtClean="0"/>
              <a:t>June 29, 2025</a:t>
            </a:fld>
            <a:endParaRPr lang="en-US" dirty="0"/>
          </a:p>
        </p:txBody>
      </p:sp>
    </p:spTree>
    <p:extLst>
      <p:ext uri="{BB962C8B-B14F-4D97-AF65-F5344CB8AC3E}">
        <p14:creationId xmlns:p14="http://schemas.microsoft.com/office/powerpoint/2010/main" val="13407207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402336"/>
            <a:ext cx="10634472" cy="1088136"/>
          </a:xfrm>
          <a:prstGeom prst="rect">
            <a:avLst/>
          </a:prstGeom>
        </p:spPr>
        <p:txBody>
          <a:bodyPr anchor="ctr"/>
          <a:lstStyle>
            <a:lvl1pPr>
              <a:lnSpc>
                <a:spcPct val="12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4068" y="1771561"/>
            <a:ext cx="10639044" cy="473823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C13AFFC-4568-3E17-7C33-09B92BCA6D9E}"/>
              </a:ext>
            </a:extLst>
          </p:cNvPr>
          <p:cNvSpPr>
            <a:spLocks noGrp="1"/>
          </p:cNvSpPr>
          <p:nvPr>
            <p:ph type="ftr" sz="quarter" idx="11"/>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DDB5C042-810A-BFD3-4734-36B6D4034FEF}"/>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8" name="Date Placeholder 7">
            <a:extLst>
              <a:ext uri="{FF2B5EF4-FFF2-40B4-BE49-F238E27FC236}">
                <a16:creationId xmlns:a16="http://schemas.microsoft.com/office/drawing/2014/main" id="{F6179C94-72AD-605C-3C39-C90A5F2E89D3}"/>
              </a:ext>
            </a:extLst>
          </p:cNvPr>
          <p:cNvSpPr>
            <a:spLocks noGrp="1"/>
          </p:cNvSpPr>
          <p:nvPr>
            <p:ph type="dt" sz="half" idx="10"/>
          </p:nvPr>
        </p:nvSpPr>
        <p:spPr>
          <a:xfrm rot="5400000">
            <a:off x="10469880" y="4892040"/>
            <a:ext cx="2670048" cy="365760"/>
          </a:xfrm>
          <a:prstGeom prst="rect">
            <a:avLst/>
          </a:prstGeom>
        </p:spPr>
        <p:txBody>
          <a:bodyPr/>
          <a:lstStyle/>
          <a:p>
            <a:fld id="{82A871AB-7ED5-4D4E-8A6F-E8F3178D2332}" type="datetime4">
              <a:rPr lang="en-US" smtClean="0"/>
              <a:t>June 29, 2025</a:t>
            </a:fld>
            <a:endParaRPr lang="en-US" dirty="0"/>
          </a:p>
        </p:txBody>
      </p:sp>
    </p:spTree>
    <p:extLst>
      <p:ext uri="{BB962C8B-B14F-4D97-AF65-F5344CB8AC3E}">
        <p14:creationId xmlns:p14="http://schemas.microsoft.com/office/powerpoint/2010/main" val="21006594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54332BD-3B0A-AAC1-7FB3-E6D50A1D4E61}"/>
              </a:ext>
              <a:ext uri="{C183D7F6-B498-43B3-948B-1728B52AA6E4}">
                <adec:decorative xmlns:adec="http://schemas.microsoft.com/office/drawing/2017/decorative" val="1"/>
              </a:ext>
            </a:extLst>
          </p:cNvPr>
          <p:cNvCxnSpPr>
            <a:cxnSpLocks/>
          </p:cNvCxnSpPr>
          <p:nvPr/>
        </p:nvCxnSpPr>
        <p:spPr>
          <a:xfrm>
            <a:off x="5610422" y="3429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44952" y="950976"/>
            <a:ext cx="6108192" cy="2039112"/>
          </a:xfrm>
          <a:prstGeom prst="rect">
            <a:avLst/>
          </a:prstGeom>
        </p:spPr>
        <p:txBody>
          <a:bodyPr anchor="b">
            <a:normAutofit/>
          </a:bodyPr>
          <a:lstStyle>
            <a:lvl1pPr algn="ctr">
              <a:lnSpc>
                <a:spcPct val="120000"/>
              </a:lnSpc>
              <a:defRPr sz="3600"/>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3667125" y="3849688"/>
            <a:ext cx="4864100" cy="1719262"/>
          </a:xfrm>
          <a:prstGeom prst="rect">
            <a:avLst/>
          </a:prstGeom>
        </p:spPr>
        <p:txBody>
          <a:bodyPr/>
          <a:lstStyle>
            <a:lvl1pPr marL="0" indent="0" algn="ctr">
              <a:lnSpc>
                <a:spcPct val="130000"/>
              </a:lnSpc>
              <a:buNone/>
              <a:defRPr/>
            </a:lvl1pPr>
            <a:lvl2pPr marL="457200" indent="0" algn="ctr">
              <a:lnSpc>
                <a:spcPct val="130000"/>
              </a:lnSpc>
              <a:buNone/>
              <a:defRPr/>
            </a:lvl2pPr>
            <a:lvl3pPr marL="914400" indent="0" algn="ctr">
              <a:lnSpc>
                <a:spcPct val="130000"/>
              </a:lnSpc>
              <a:buNone/>
              <a:defRPr/>
            </a:lvl3pPr>
            <a:lvl4pPr marL="1371600" indent="0" algn="ctr">
              <a:lnSpc>
                <a:spcPct val="130000"/>
              </a:lnSpc>
              <a:buNone/>
              <a:defRPr/>
            </a:lvl4pPr>
            <a:lvl5pPr marL="1828800" indent="0" algn="ctr">
              <a:lnSpc>
                <a:spcPct val="13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dirty="0"/>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05861B11-817A-478B-9F27-B7D56C03E9A1}" type="datetime4">
              <a:rPr lang="en-US" smtClean="0"/>
              <a:t>June 29, 2025</a:t>
            </a:fld>
            <a:endParaRPr lang="en-US" dirty="0"/>
          </a:p>
        </p:txBody>
      </p:sp>
    </p:spTree>
    <p:extLst>
      <p:ext uri="{BB962C8B-B14F-4D97-AF65-F5344CB8AC3E}">
        <p14:creationId xmlns:p14="http://schemas.microsoft.com/office/powerpoint/2010/main" val="1565620891"/>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26464" y="1856232"/>
            <a:ext cx="3904488" cy="2176272"/>
          </a:xfrm>
          <a:prstGeom prst="rect">
            <a:avLst/>
          </a:prstGeom>
        </p:spPr>
        <p:txBody>
          <a:bodyPr anchor="t">
            <a:normAutofit/>
          </a:bodyPr>
          <a:lstStyle>
            <a:lvl1pPr algn="l">
              <a:lnSpc>
                <a:spcPct val="120000"/>
              </a:lnSpc>
              <a:defRPr sz="3200"/>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6099048" y="1856232"/>
            <a:ext cx="4480560" cy="3822192"/>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dirty="0"/>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05861B11-817A-478B-9F27-B7D56C03E9A1}" type="datetime4">
              <a:rPr lang="en-US" smtClean="0"/>
              <a:t>June 29, 2025</a:t>
            </a:fld>
            <a:endParaRPr lang="en-US" dirty="0"/>
          </a:p>
        </p:txBody>
      </p:sp>
    </p:spTree>
    <p:extLst>
      <p:ext uri="{BB962C8B-B14F-4D97-AF65-F5344CB8AC3E}">
        <p14:creationId xmlns:p14="http://schemas.microsoft.com/office/powerpoint/2010/main" val="3019639421"/>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82DE3D-8384-2ED9-7C71-665F47AAD429}"/>
              </a:ext>
              <a:ext uri="{C183D7F6-B498-43B3-948B-1728B52AA6E4}">
                <adec:decorative xmlns:adec="http://schemas.microsoft.com/office/drawing/2017/decorative" val="1"/>
              </a:ext>
            </a:extLst>
          </p:cNvPr>
          <p:cNvSpPr/>
          <p:nvPr/>
        </p:nvSpPr>
        <p:spPr>
          <a:xfrm>
            <a:off x="0" y="0"/>
            <a:ext cx="722376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8388" y="2002536"/>
            <a:ext cx="5586984" cy="289864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891272" y="758952"/>
            <a:ext cx="3200400"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AA9F39B-6447-60F2-A02B-7241C415ABA1}"/>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2" name="Slide Number Placeholder 11">
            <a:extLst>
              <a:ext uri="{FF2B5EF4-FFF2-40B4-BE49-F238E27FC236}">
                <a16:creationId xmlns:a16="http://schemas.microsoft.com/office/drawing/2014/main" id="{23154C80-9BCD-5911-3E82-CB97ECBB41E3}"/>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0" name="Date Placeholder 9">
            <a:extLst>
              <a:ext uri="{FF2B5EF4-FFF2-40B4-BE49-F238E27FC236}">
                <a16:creationId xmlns:a16="http://schemas.microsoft.com/office/drawing/2014/main" id="{B16BA4B7-B6C7-185E-7431-9A13D584D752}"/>
              </a:ext>
            </a:extLst>
          </p:cNvPr>
          <p:cNvSpPr>
            <a:spLocks noGrp="1"/>
          </p:cNvSpPr>
          <p:nvPr>
            <p:ph type="dt" sz="half" idx="14"/>
          </p:nvPr>
        </p:nvSpPr>
        <p:spPr>
          <a:xfrm rot="5400000">
            <a:off x="10469880" y="4892040"/>
            <a:ext cx="2670048" cy="365760"/>
          </a:xfrm>
          <a:prstGeom prst="rect">
            <a:avLst/>
          </a:prstGeom>
        </p:spPr>
        <p:txBody>
          <a:bodyPr/>
          <a:lstStyle/>
          <a:p>
            <a:fld id="{22E6E2B2-89ED-4010-BF21-01AAF1B26176}" type="datetime4">
              <a:rPr lang="en-US" smtClean="0"/>
              <a:t>June 29, 2025</a:t>
            </a:fld>
            <a:endParaRPr lang="en-US" dirty="0"/>
          </a:p>
        </p:txBody>
      </p:sp>
    </p:spTree>
    <p:extLst>
      <p:ext uri="{BB962C8B-B14F-4D97-AF65-F5344CB8AC3E}">
        <p14:creationId xmlns:p14="http://schemas.microsoft.com/office/powerpoint/2010/main" val="3676040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1" y="1344168"/>
            <a:ext cx="3986784" cy="3813048"/>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30952" y="1344168"/>
            <a:ext cx="5486400" cy="45811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34BCAAF6-AC06-E7D8-D0C6-D9D520E07E6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73D48925-A360-AD49-BC43-5262EA064BDC}"/>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78585171-F384-B8C1-2D82-898DAB291C88}"/>
              </a:ext>
            </a:extLst>
          </p:cNvPr>
          <p:cNvSpPr>
            <a:spLocks noGrp="1"/>
          </p:cNvSpPr>
          <p:nvPr>
            <p:ph type="dt" sz="half" idx="14"/>
          </p:nvPr>
        </p:nvSpPr>
        <p:spPr>
          <a:xfrm rot="5400000">
            <a:off x="10469880" y="4892040"/>
            <a:ext cx="2670048" cy="365760"/>
          </a:xfrm>
          <a:prstGeom prst="rect">
            <a:avLst/>
          </a:prstGeom>
        </p:spPr>
        <p:txBody>
          <a:bodyPr/>
          <a:lstStyle/>
          <a:p>
            <a:fld id="{8C1E04B3-6EFC-4A78-AA6A-60832F17CF00}" type="datetime4">
              <a:rPr lang="en-US" smtClean="0"/>
              <a:t>June 29, 2025</a:t>
            </a:fld>
            <a:endParaRPr lang="en-US" dirty="0"/>
          </a:p>
        </p:txBody>
      </p:sp>
    </p:spTree>
    <p:extLst>
      <p:ext uri="{BB962C8B-B14F-4D97-AF65-F5344CB8AC3E}">
        <p14:creationId xmlns:p14="http://schemas.microsoft.com/office/powerpoint/2010/main" val="23667375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 name="Oval 5">
            <a:extLst>
              <a:ext uri="{FF2B5EF4-FFF2-40B4-BE49-F238E27FC236}">
                <a16:creationId xmlns:a16="http://schemas.microsoft.com/office/drawing/2014/main" id="{E6D9E92F-86F7-70EE-6794-AB1238672DBD}"/>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42416" y="2286000"/>
            <a:ext cx="3968496" cy="2286000"/>
          </a:xfrm>
          <a:prstGeom prst="rect">
            <a:avLst/>
          </a:prstGeom>
        </p:spPr>
        <p:txBody>
          <a:bodyPr anchor="ctr">
            <a:normAutofit/>
          </a:bodyPr>
          <a:lstStyle>
            <a:lvl1pPr algn="ct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30568" y="758952"/>
            <a:ext cx="439826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56C8F4CF-B70B-4C15-984E-A2819317B9BC}" type="datetime4">
              <a:rPr lang="en-US" smtClean="0"/>
              <a:t>June 29, 2025</a:t>
            </a:fld>
            <a:endParaRPr lang="en-US" dirty="0"/>
          </a:p>
        </p:txBody>
      </p:sp>
    </p:spTree>
    <p:extLst>
      <p:ext uri="{BB962C8B-B14F-4D97-AF65-F5344CB8AC3E}">
        <p14:creationId xmlns:p14="http://schemas.microsoft.com/office/powerpoint/2010/main" val="172574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24711" y="1042416"/>
            <a:ext cx="8778239" cy="859536"/>
          </a:xfrm>
          <a:prstGeom prst="rect">
            <a:avLst/>
          </a:prstGeom>
        </p:spPr>
        <p:txBody>
          <a:bodyPr anchor="b">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124712" y="2286000"/>
            <a:ext cx="8778240" cy="385876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EFC9B9E8-80AD-45CC-95E9-27F5BB7F39C8}" type="datetime4">
              <a:rPr lang="en-US" smtClean="0"/>
              <a:t>June 29, 2025</a:t>
            </a:fld>
            <a:endParaRPr lang="en-US" dirty="0"/>
          </a:p>
        </p:txBody>
      </p:sp>
    </p:spTree>
    <p:extLst>
      <p:ext uri="{BB962C8B-B14F-4D97-AF65-F5344CB8AC3E}">
        <p14:creationId xmlns:p14="http://schemas.microsoft.com/office/powerpoint/2010/main" val="25343044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700784"/>
            <a:ext cx="3127248" cy="344728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782312" y="758952"/>
            <a:ext cx="6419088"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975AFCBC-EAEB-42CB-8D24-30DB5DBF59BF}" type="datetime4">
              <a:rPr lang="en-US" smtClean="0"/>
              <a:t>June 29, 2025</a:t>
            </a:fld>
            <a:endParaRPr lang="en-US" dirty="0"/>
          </a:p>
        </p:txBody>
      </p:sp>
    </p:spTree>
    <p:extLst>
      <p:ext uri="{BB962C8B-B14F-4D97-AF65-F5344CB8AC3E}">
        <p14:creationId xmlns:p14="http://schemas.microsoft.com/office/powerpoint/2010/main" val="5191745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3026664" cy="4114800"/>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187952" y="548640"/>
            <a:ext cx="7159752" cy="59527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3C1D2A58-BBFE-4FA3-82C9-F8405E63A9E3}" type="datetime4">
              <a:rPr lang="en-US" smtClean="0"/>
              <a:t>June 29, 2025</a:t>
            </a:fld>
            <a:endParaRPr lang="en-US" dirty="0"/>
          </a:p>
        </p:txBody>
      </p:sp>
    </p:spTree>
    <p:extLst>
      <p:ext uri="{BB962C8B-B14F-4D97-AF65-F5344CB8AC3E}">
        <p14:creationId xmlns:p14="http://schemas.microsoft.com/office/powerpoint/2010/main" val="26109226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6720840" cy="1152144"/>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6720840"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p:nvPr>
        </p:nvSpPr>
        <p:spPr>
          <a:xfrm>
            <a:off x="8132064" y="758952"/>
            <a:ext cx="3300984" cy="5330952"/>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E5591F76-1715-4F67-B3D5-49AB2AC038C7}" type="datetime4">
              <a:rPr lang="en-US" smtClean="0"/>
              <a:t>June 29, 2025</a:t>
            </a:fld>
            <a:endParaRPr lang="en-US" dirty="0"/>
          </a:p>
        </p:txBody>
      </p:sp>
    </p:spTree>
    <p:extLst>
      <p:ext uri="{BB962C8B-B14F-4D97-AF65-F5344CB8AC3E}">
        <p14:creationId xmlns:p14="http://schemas.microsoft.com/office/powerpoint/2010/main" val="26674668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4782312" y="603504"/>
            <a:ext cx="6464808" cy="1307592"/>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p:nvPr>
        </p:nvSpPr>
        <p:spPr>
          <a:xfrm>
            <a:off x="0" y="0"/>
            <a:ext cx="4050792" cy="685800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2258568"/>
            <a:ext cx="6464808" cy="399592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60B1AB68-E524-45F3-BDEF-1171DB6F8FE2}" type="datetime4">
              <a:rPr lang="en-US" smtClean="0"/>
              <a:t>June 29, 2025</a:t>
            </a:fld>
            <a:endParaRPr lang="en-US" dirty="0"/>
          </a:p>
        </p:txBody>
      </p:sp>
    </p:spTree>
    <p:extLst>
      <p:ext uri="{BB962C8B-B14F-4D97-AF65-F5344CB8AC3E}">
        <p14:creationId xmlns:p14="http://schemas.microsoft.com/office/powerpoint/2010/main" val="41199864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7" y="256032"/>
            <a:ext cx="6949439" cy="1124712"/>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755648"/>
            <a:ext cx="694944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p:nvPr>
        </p:nvSpPr>
        <p:spPr>
          <a:xfrm>
            <a:off x="8129016" y="758952"/>
            <a:ext cx="3300984" cy="5330952"/>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B656B529-8CC8-41AF-B3B9-5F6CBDD653EB}" type="datetime4">
              <a:rPr lang="en-US" smtClean="0"/>
              <a:t>June 29, 2025</a:t>
            </a:fld>
            <a:endParaRPr lang="en-US" dirty="0"/>
          </a:p>
        </p:txBody>
      </p:sp>
    </p:spTree>
    <p:extLst>
      <p:ext uri="{BB962C8B-B14F-4D97-AF65-F5344CB8AC3E}">
        <p14:creationId xmlns:p14="http://schemas.microsoft.com/office/powerpoint/2010/main" val="18097443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674914"/>
            <a:ext cx="4544568" cy="1228925"/>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544568"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5958293" y="750863"/>
            <a:ext cx="5358384" cy="535838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Click icon to add picture</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1E524DE9-A152-4C31-ADCE-A986CED17DA5}" type="datetime4">
              <a:rPr lang="en-US" smtClean="0"/>
              <a:t>June 29, 2025</a:t>
            </a:fld>
            <a:endParaRPr lang="en-US" dirty="0"/>
          </a:p>
        </p:txBody>
      </p:sp>
    </p:spTree>
    <p:extLst>
      <p:ext uri="{BB962C8B-B14F-4D97-AF65-F5344CB8AC3E}">
        <p14:creationId xmlns:p14="http://schemas.microsoft.com/office/powerpoint/2010/main" val="19883354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5477256" cy="1143000"/>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5330952"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6638544" y="1115568"/>
            <a:ext cx="4626864" cy="462686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C0AA3DF6-7586-4554-A0A7-5EA6F634DD80}" type="datetime4">
              <a:rPr lang="en-US" smtClean="0"/>
              <a:t>June 29, 2025</a:t>
            </a:fld>
            <a:endParaRPr lang="en-US" dirty="0"/>
          </a:p>
        </p:txBody>
      </p:sp>
    </p:spTree>
    <p:extLst>
      <p:ext uri="{BB962C8B-B14F-4D97-AF65-F5344CB8AC3E}">
        <p14:creationId xmlns:p14="http://schemas.microsoft.com/office/powerpoint/2010/main" val="7285343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10570464" cy="621792"/>
          </a:xfrm>
          <a:prstGeom prst="rect">
            <a:avLst/>
          </a:prstGeom>
        </p:spPr>
        <p:txBody>
          <a:bodyPr/>
          <a:lstStyle>
            <a:lvl1pPr>
              <a:lnSpc>
                <a:spcPct val="120000"/>
              </a:lnSpc>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612648" y="1837944"/>
            <a:ext cx="4261104" cy="426110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42432" y="1755648"/>
            <a:ext cx="5376672" cy="441655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3F678DD5-4A78-4915-8B2F-9F728F25EACB}" type="datetime4">
              <a:rPr lang="en-US" smtClean="0"/>
              <a:t>June 29, 2025</a:t>
            </a:fld>
            <a:endParaRPr lang="en-US" dirty="0"/>
          </a:p>
        </p:txBody>
      </p:sp>
    </p:spTree>
    <p:extLst>
      <p:ext uri="{BB962C8B-B14F-4D97-AF65-F5344CB8AC3E}">
        <p14:creationId xmlns:p14="http://schemas.microsoft.com/office/powerpoint/2010/main" val="39824149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4736592" cy="1143000"/>
          </a:xfrm>
          <a:prstGeom prst="rect">
            <a:avLst/>
          </a:prstGeom>
        </p:spPr>
        <p:txBody>
          <a:bodyPr vert="horz" lIns="91440" tIns="45720" rIns="91440" bIns="45720" rtlCol="0" anchor="b">
            <a:noAutofit/>
          </a:bodyPr>
          <a:lstStyle>
            <a:lvl1pPr>
              <a:defRPr lang="en-US" dirty="0"/>
            </a:lvl1pPr>
          </a:lstStyle>
          <a:p>
            <a:pPr lvl="0">
              <a:lnSpc>
                <a:spcPct val="120000"/>
              </a:lnSpc>
            </a:pPr>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75488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p:nvPr>
        </p:nvSpPr>
        <p:spPr>
          <a:xfrm>
            <a:off x="6083808" y="0"/>
            <a:ext cx="6108192" cy="6857999"/>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296D8935-F81E-4ACE-9357-FFBB85497D10}" type="datetime4">
              <a:rPr lang="en-US" smtClean="0"/>
              <a:t>June 29, 2025</a:t>
            </a:fld>
            <a:endParaRPr lang="en-US" dirty="0"/>
          </a:p>
        </p:txBody>
      </p:sp>
    </p:spTree>
    <p:extLst>
      <p:ext uri="{BB962C8B-B14F-4D97-AF65-F5344CB8AC3E}">
        <p14:creationId xmlns:p14="http://schemas.microsoft.com/office/powerpoint/2010/main" val="34823423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0D260-A526-F079-44B3-C9B03816FFDD}"/>
              </a:ext>
            </a:extLst>
          </p:cNvPr>
          <p:cNvSpPr>
            <a:spLocks noGrp="1"/>
          </p:cNvSpPr>
          <p:nvPr>
            <p:ph type="title"/>
          </p:nvPr>
        </p:nvSpPr>
        <p:spPr>
          <a:xfrm>
            <a:off x="7569582" y="758952"/>
            <a:ext cx="3842130" cy="1143000"/>
          </a:xfrm>
          <a:prstGeom prst="rect">
            <a:avLst/>
          </a:prstGeom>
        </p:spPr>
        <p:txBody>
          <a:body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p:nvPr>
        </p:nvSpPr>
        <p:spPr>
          <a:xfrm>
            <a:off x="-1" y="0"/>
            <a:ext cx="6835155" cy="6857999"/>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569582"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E9032EC0-3635-4E84-9DBA-120CF3291268}" type="datetime4">
              <a:rPr lang="en-US" smtClean="0"/>
              <a:t>June 29, 2025</a:t>
            </a:fld>
            <a:endParaRPr lang="en-US" dirty="0"/>
          </a:p>
        </p:txBody>
      </p:sp>
    </p:spTree>
    <p:extLst>
      <p:ext uri="{BB962C8B-B14F-4D97-AF65-F5344CB8AC3E}">
        <p14:creationId xmlns:p14="http://schemas.microsoft.com/office/powerpoint/2010/main" val="34510828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4970" cy="1143000"/>
          </a:xfrm>
          <a:prstGeom prst="rect">
            <a:avLst/>
          </a:prstGeom>
        </p:spPr>
        <p:txBody>
          <a:bodyPr vert="horz" lIns="91440" tIns="45720" rIns="91440" bIns="45720" rtlCol="0" anchor="b">
            <a:noAutofit/>
          </a:bodyPr>
          <a:lstStyle>
            <a:lvl1pPr>
              <a:defRPr lang="en-US" dirty="0"/>
            </a:lvl1pPr>
          </a:lstStyle>
          <a:p>
            <a:pPr lvl="0">
              <a:lnSpc>
                <a:spcPct val="120000"/>
              </a:lnSpc>
            </a:pPr>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9" y="2258568"/>
            <a:ext cx="370497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p:nvPr>
        </p:nvSpPr>
        <p:spPr>
          <a:xfrm>
            <a:off x="5069897" y="758952"/>
            <a:ext cx="6360104" cy="5330952"/>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AE086B11-F8F7-41A1-8100-A1B2A659A8BB}" type="datetime4">
              <a:rPr lang="en-US" smtClean="0"/>
              <a:t>June 29, 2025</a:t>
            </a:fld>
            <a:endParaRPr lang="en-US" dirty="0"/>
          </a:p>
        </p:txBody>
      </p:sp>
    </p:spTree>
    <p:extLst>
      <p:ext uri="{BB962C8B-B14F-4D97-AF65-F5344CB8AC3E}">
        <p14:creationId xmlns:p14="http://schemas.microsoft.com/office/powerpoint/2010/main" val="40077673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73619" y="1078992"/>
            <a:ext cx="2898648" cy="1947672"/>
          </a:xfrm>
          <a:prstGeom prst="rect">
            <a:avLst/>
          </a:prstGeom>
        </p:spPr>
        <p:txBody>
          <a:bodyPr vert="horz" lIns="91440" tIns="45720" rIns="91440" bIns="45720" rtlCol="0" anchor="b">
            <a:noAutofit/>
          </a:bodyPr>
          <a:lstStyle>
            <a:lvl1pPr>
              <a:defRPr lang="en-US" dirty="0"/>
            </a:lvl1pPr>
          </a:lstStyle>
          <a:p>
            <a:pPr lvl="0">
              <a:lnSpc>
                <a:spcPct val="120000"/>
              </a:lnSpc>
            </a:pPr>
            <a:r>
              <a:rPr lang="en-US"/>
              <a:t>Click to edit Master title style</a:t>
            </a:r>
            <a:endParaRPr lang="en-US" dirty="0"/>
          </a:p>
        </p:txBody>
      </p:sp>
      <p:sp>
        <p:nvSpPr>
          <p:cNvPr id="12" name="Picture Placeholder 11">
            <a:extLst>
              <a:ext uri="{FF2B5EF4-FFF2-40B4-BE49-F238E27FC236}">
                <a16:creationId xmlns:a16="http://schemas.microsoft.com/office/drawing/2014/main" id="{91A58A98-8307-74B9-8466-17F65EA798AC}"/>
              </a:ext>
            </a:extLst>
          </p:cNvPr>
          <p:cNvSpPr>
            <a:spLocks noGrp="1"/>
          </p:cNvSpPr>
          <p:nvPr>
            <p:ph type="pic" sz="quarter" idx="18"/>
          </p:nvPr>
        </p:nvSpPr>
        <p:spPr>
          <a:xfrm>
            <a:off x="0" y="0"/>
            <a:ext cx="7810394" cy="685800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73619" y="3099816"/>
            <a:ext cx="2898648" cy="2953512"/>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9488F9E5-3D9D-C4E8-DF44-34F555905C9C}"/>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37F38DE2-1429-FE2C-93AA-9AB9D9950E29}"/>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78FAB3D1-987F-D6AE-2703-22238530CE39}"/>
              </a:ext>
            </a:extLst>
          </p:cNvPr>
          <p:cNvSpPr>
            <a:spLocks noGrp="1"/>
          </p:cNvSpPr>
          <p:nvPr>
            <p:ph type="dt" sz="half" idx="15"/>
          </p:nvPr>
        </p:nvSpPr>
        <p:spPr>
          <a:xfrm rot="5400000">
            <a:off x="10469880" y="4892040"/>
            <a:ext cx="2670048" cy="365760"/>
          </a:xfrm>
          <a:prstGeom prst="rect">
            <a:avLst/>
          </a:prstGeom>
        </p:spPr>
        <p:txBody>
          <a:bodyPr/>
          <a:lstStyle/>
          <a:p>
            <a:fld id="{3141F61D-9B6F-4991-8217-155448F8718E}" type="datetime4">
              <a:rPr lang="en-US" smtClean="0"/>
              <a:t>June 29, 2025</a:t>
            </a:fld>
            <a:endParaRPr lang="en-US" dirty="0"/>
          </a:p>
        </p:txBody>
      </p:sp>
    </p:spTree>
    <p:extLst>
      <p:ext uri="{BB962C8B-B14F-4D97-AF65-F5344CB8AC3E}">
        <p14:creationId xmlns:p14="http://schemas.microsoft.com/office/powerpoint/2010/main" val="27664342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10328"/>
            <a:ext cx="3621024" cy="1386300"/>
          </a:xfrm>
          <a:prstGeom prst="rect">
            <a:avLst/>
          </a:prstGeom>
        </p:spPr>
        <p:txBody>
          <a:bodyPr vert="horz" lIns="91440" tIns="45720" rIns="91440" bIns="45720" rtlCol="0" anchor="t">
            <a:noAutofit/>
          </a:bodyPr>
          <a:lstStyle>
            <a:lvl1pPr>
              <a:defRPr lang="en-US" sz="2400" dirty="0"/>
            </a:lvl1pPr>
          </a:lstStyle>
          <a:p>
            <a:pPr lvl="0">
              <a:lnSpc>
                <a:spcPct val="120000"/>
              </a:lnSpc>
            </a:pPr>
            <a:r>
              <a:rPr lang="en-US"/>
              <a:t>Click to edit Master title style</a:t>
            </a:r>
            <a:endParaRPr lang="en-US" dirty="0"/>
          </a:p>
        </p:txBody>
      </p:sp>
      <p:sp>
        <p:nvSpPr>
          <p:cNvPr id="11" name="Picture Placeholder 10">
            <a:extLst>
              <a:ext uri="{FF2B5EF4-FFF2-40B4-BE49-F238E27FC236}">
                <a16:creationId xmlns:a16="http://schemas.microsoft.com/office/drawing/2014/main" id="{39DAB963-58B8-E061-879B-826ED90F4AD9}"/>
              </a:ext>
            </a:extLst>
          </p:cNvPr>
          <p:cNvSpPr>
            <a:spLocks noGrp="1"/>
          </p:cNvSpPr>
          <p:nvPr>
            <p:ph type="pic" sz="quarter" idx="19"/>
          </p:nvPr>
        </p:nvSpPr>
        <p:spPr>
          <a:xfrm>
            <a:off x="740664" y="0"/>
            <a:ext cx="10680192" cy="4562856"/>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56048" y="4910328"/>
            <a:ext cx="6473952" cy="1499616"/>
          </a:xfrm>
          <a:prstGeom prst="rect">
            <a:avLst/>
          </a:prstGeom>
        </p:spPr>
        <p:txBody>
          <a:bodyPr vert="horz" lIns="91440" tIns="45720" rIns="91440" bIns="45720" rtlCol="0">
            <a:no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Footer Placeholder 3">
            <a:extLst>
              <a:ext uri="{FF2B5EF4-FFF2-40B4-BE49-F238E27FC236}">
                <a16:creationId xmlns:a16="http://schemas.microsoft.com/office/drawing/2014/main" id="{3490BDC3-84FA-EB76-95E5-B0B30F2D695B}"/>
              </a:ext>
            </a:extLst>
          </p:cNvPr>
          <p:cNvSpPr>
            <a:spLocks noGrp="1"/>
          </p:cNvSpPr>
          <p:nvPr>
            <p:ph type="ftr" sz="quarter" idx="17"/>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E5928215-E177-7864-608E-E316FDF22E31}"/>
              </a:ext>
            </a:extLst>
          </p:cNvPr>
          <p:cNvSpPr>
            <a:spLocks noGrp="1"/>
          </p:cNvSpPr>
          <p:nvPr>
            <p:ph type="sldNum" sz="quarter" idx="18"/>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5A3E53CA-A1D0-15C5-B9BF-4F653C8DE88C}"/>
              </a:ext>
            </a:extLst>
          </p:cNvPr>
          <p:cNvSpPr>
            <a:spLocks noGrp="1"/>
          </p:cNvSpPr>
          <p:nvPr>
            <p:ph type="dt" sz="half" idx="16"/>
          </p:nvPr>
        </p:nvSpPr>
        <p:spPr>
          <a:xfrm rot="5400000">
            <a:off x="10469880" y="4892040"/>
            <a:ext cx="2670048" cy="365760"/>
          </a:xfrm>
          <a:prstGeom prst="rect">
            <a:avLst/>
          </a:prstGeom>
        </p:spPr>
        <p:txBody>
          <a:bodyPr/>
          <a:lstStyle/>
          <a:p>
            <a:fld id="{F9A12704-D1A4-47EE-A678-E3D89F2457B6}" type="datetime4">
              <a:rPr lang="en-US" smtClean="0"/>
              <a:t>June 29, 2025</a:t>
            </a:fld>
            <a:endParaRPr lang="en-US" dirty="0"/>
          </a:p>
        </p:txBody>
      </p:sp>
    </p:spTree>
    <p:extLst>
      <p:ext uri="{BB962C8B-B14F-4D97-AF65-F5344CB8AC3E}">
        <p14:creationId xmlns:p14="http://schemas.microsoft.com/office/powerpoint/2010/main" val="9770513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457200"/>
            <a:ext cx="10277856" cy="923544"/>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p:nvPr>
        </p:nvSpPr>
        <p:spPr>
          <a:xfrm>
            <a:off x="612648" y="1892808"/>
            <a:ext cx="3054096" cy="420624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187952" y="1755648"/>
            <a:ext cx="7159752"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70153AA3-4A38-4943-836A-2819A5E5EE8A}" type="datetime4">
              <a:rPr lang="en-US" smtClean="0"/>
              <a:t>June 29, 2025</a:t>
            </a:fld>
            <a:endParaRPr lang="en-US" dirty="0"/>
          </a:p>
        </p:txBody>
      </p:sp>
    </p:spTree>
    <p:extLst>
      <p:ext uri="{BB962C8B-B14F-4D97-AF65-F5344CB8AC3E}">
        <p14:creationId xmlns:p14="http://schemas.microsoft.com/office/powerpoint/2010/main" val="38212284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995928"/>
            <a:ext cx="3456432" cy="1920240"/>
          </a:xfrm>
          <a:prstGeom prst="rect">
            <a:avLst/>
          </a:prstGeom>
        </p:spPr>
        <p:txBody>
          <a:bodyPr vert="horz" lIns="91440" tIns="45720" rIns="91440" bIns="45720" rtlCol="0" anchor="ctr">
            <a:noAutofit/>
          </a:bodyPr>
          <a:lstStyle>
            <a:lvl1pPr algn="ctr">
              <a:defRPr lang="en-US" sz="2600" dirty="0">
                <a:solidFill>
                  <a:schemeClr val="tx1"/>
                </a:solidFill>
              </a:defRPr>
            </a:lvl1pPr>
          </a:lstStyle>
          <a:p>
            <a:pPr lvl="0">
              <a:lnSpc>
                <a:spcPct val="120000"/>
              </a:lnSpc>
            </a:pPr>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960120" y="960120"/>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CEA17BE6-69A3-4517-A7DD-30A057B4C187}" type="datetime4">
              <a:rPr lang="en-US" smtClean="0"/>
              <a:t>June 29, 2025</a:t>
            </a:fld>
            <a:endParaRPr lang="en-US" dirty="0"/>
          </a:p>
        </p:txBody>
      </p:sp>
    </p:spTree>
    <p:extLst>
      <p:ext uri="{BB962C8B-B14F-4D97-AF65-F5344CB8AC3E}">
        <p14:creationId xmlns:p14="http://schemas.microsoft.com/office/powerpoint/2010/main" val="37055828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19477"/>
            <a:ext cx="4617720" cy="1197864"/>
          </a:xfrm>
          <a:prstGeom prst="rect">
            <a:avLst/>
          </a:prstGeom>
        </p:spPr>
        <p:txBody>
          <a:bodyPr vert="horz" lIns="91440" tIns="45720" rIns="91440" bIns="45720" rtlCol="0" anchor="t">
            <a:noAutofit/>
          </a:bodyPr>
          <a:lstStyle>
            <a:lvl1pPr algn="l">
              <a:defRPr lang="en-US" sz="2800" dirty="0">
                <a:solidFill>
                  <a:schemeClr val="tx1"/>
                </a:solidFill>
              </a:defRPr>
            </a:lvl1pPr>
          </a:lstStyle>
          <a:p>
            <a:pPr lvl="0">
              <a:lnSpc>
                <a:spcPct val="120000"/>
              </a:lnSpc>
            </a:pPr>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950976" y="2148840"/>
            <a:ext cx="3877056" cy="3877056"/>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43016" y="950976"/>
            <a:ext cx="558698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D2AB56CD-0412-499D-B7C9-AB2AAC92AE15}" type="datetime4">
              <a:rPr lang="en-US" smtClean="0"/>
              <a:t>June 29, 2025</a:t>
            </a:fld>
            <a:endParaRPr lang="en-US" dirty="0"/>
          </a:p>
        </p:txBody>
      </p:sp>
    </p:spTree>
    <p:extLst>
      <p:ext uri="{BB962C8B-B14F-4D97-AF65-F5344CB8AC3E}">
        <p14:creationId xmlns:p14="http://schemas.microsoft.com/office/powerpoint/2010/main" val="16150291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832104"/>
            <a:ext cx="3026664" cy="1975104"/>
          </a:xfrm>
          <a:prstGeom prst="rect">
            <a:avLst/>
          </a:prstGeom>
        </p:spPr>
        <p:txBody>
          <a:bodyPr vert="horz" lIns="91440" tIns="45720" rIns="91440" bIns="45720" rtlCol="0" anchor="t">
            <a:noAutofit/>
          </a:bodyPr>
          <a:lstStyle>
            <a:lvl1pPr>
              <a:defRPr lang="en-US"/>
            </a:lvl1pPr>
          </a:lstStyle>
          <a:p>
            <a:pPr lvl="0">
              <a:lnSpc>
                <a:spcPct val="120000"/>
              </a:lnSpc>
            </a:pPr>
            <a:r>
              <a:rPr lang="en-US"/>
              <a:t>Click to edit Master title style</a:t>
            </a:r>
            <a:endParaRPr lang="en-US" dirty="0"/>
          </a:p>
        </p:txBody>
      </p:sp>
      <p:sp>
        <p:nvSpPr>
          <p:cNvPr id="4" name="Picture Placeholder 3">
            <a:extLst>
              <a:ext uri="{FF2B5EF4-FFF2-40B4-BE49-F238E27FC236}">
                <a16:creationId xmlns:a16="http://schemas.microsoft.com/office/drawing/2014/main" id="{B62DDFA9-B759-66BE-7432-9BA3B78BA115}"/>
              </a:ext>
            </a:extLst>
          </p:cNvPr>
          <p:cNvSpPr>
            <a:spLocks noGrp="1"/>
          </p:cNvSpPr>
          <p:nvPr>
            <p:ph type="pic" sz="quarter" idx="15"/>
          </p:nvPr>
        </p:nvSpPr>
        <p:spPr>
          <a:xfrm>
            <a:off x="749808" y="3127248"/>
            <a:ext cx="2752344" cy="297180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87952" y="832104"/>
            <a:ext cx="7159752" cy="52669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0" name="Footer Placeholder 9">
            <a:extLst>
              <a:ext uri="{FF2B5EF4-FFF2-40B4-BE49-F238E27FC236}">
                <a16:creationId xmlns:a16="http://schemas.microsoft.com/office/drawing/2014/main" id="{1132C641-BBC6-FDF1-6E07-A4ECB6F4E075}"/>
              </a:ext>
            </a:extLst>
          </p:cNvPr>
          <p:cNvSpPr>
            <a:spLocks noGrp="1"/>
          </p:cNvSpPr>
          <p:nvPr>
            <p:ph type="ftr" sz="quarter" idx="17"/>
          </p:nvPr>
        </p:nvSpPr>
        <p:spPr/>
        <p:txBody>
          <a:bodyPr/>
          <a:lstStyle/>
          <a:p>
            <a:pPr algn="r"/>
            <a:r>
              <a:rPr lang="en-US" dirty="0"/>
              <a:t>Sample Footer Text</a:t>
            </a:r>
          </a:p>
        </p:txBody>
      </p:sp>
      <p:sp>
        <p:nvSpPr>
          <p:cNvPr id="11" name="Slide Number Placeholder 10">
            <a:extLst>
              <a:ext uri="{FF2B5EF4-FFF2-40B4-BE49-F238E27FC236}">
                <a16:creationId xmlns:a16="http://schemas.microsoft.com/office/drawing/2014/main" id="{A269CA60-CDC8-6DFB-019E-C9EAC0FF936A}"/>
              </a:ext>
            </a:extLst>
          </p:cNvPr>
          <p:cNvSpPr>
            <a:spLocks noGrp="1"/>
          </p:cNvSpPr>
          <p:nvPr>
            <p:ph type="sldNum" sz="quarter" idx="18"/>
          </p:nvPr>
        </p:nvSpPr>
        <p:spPr/>
        <p:txBody>
          <a:bodyPr/>
          <a:lstStyle/>
          <a:p>
            <a:pPr algn="ctr"/>
            <a:fld id="{8D252C1B-CBF0-4A4D-8F57-7FB989103249}" type="slidenum">
              <a:rPr lang="en-US" smtClean="0"/>
              <a:pPr algn="ctr"/>
              <a:t>‹#›</a:t>
            </a:fld>
            <a:endParaRPr lang="en-US" dirty="0"/>
          </a:p>
        </p:txBody>
      </p:sp>
      <p:sp>
        <p:nvSpPr>
          <p:cNvPr id="9" name="Date Placeholder 8">
            <a:extLst>
              <a:ext uri="{FF2B5EF4-FFF2-40B4-BE49-F238E27FC236}">
                <a16:creationId xmlns:a16="http://schemas.microsoft.com/office/drawing/2014/main" id="{EA71B670-6276-528F-4109-EE99F8B6D502}"/>
              </a:ext>
            </a:extLst>
          </p:cNvPr>
          <p:cNvSpPr>
            <a:spLocks noGrp="1"/>
          </p:cNvSpPr>
          <p:nvPr>
            <p:ph type="dt" sz="half" idx="16"/>
          </p:nvPr>
        </p:nvSpPr>
        <p:spPr/>
        <p:txBody>
          <a:bodyPr/>
          <a:lstStyle/>
          <a:p>
            <a:fld id="{51A9647B-C464-4C42-94AF-33C5B2DD47F7}" type="datetime4">
              <a:rPr lang="en-US" smtClean="0"/>
              <a:t>June 29, 2025</a:t>
            </a:fld>
            <a:endParaRPr lang="en-US" dirty="0"/>
          </a:p>
        </p:txBody>
      </p:sp>
    </p:spTree>
    <p:extLst>
      <p:ext uri="{BB962C8B-B14F-4D97-AF65-F5344CB8AC3E}">
        <p14:creationId xmlns:p14="http://schemas.microsoft.com/office/powerpoint/2010/main" val="12327450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ig Numb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24484" y="552299"/>
            <a:ext cx="10543032" cy="4114800"/>
          </a:xfrm>
          <a:prstGeom prst="rect">
            <a:avLst/>
          </a:prstGeom>
        </p:spPr>
        <p:txBody>
          <a:bodyPr>
            <a:normAutofit/>
          </a:bodyPr>
          <a:lstStyle>
            <a:lvl1pPr algn="ctr">
              <a:lnSpc>
                <a:spcPct val="120000"/>
              </a:lnSpc>
              <a:defRPr sz="23200">
                <a:solidFill>
                  <a:schemeClr val="bg1"/>
                </a:solidFill>
              </a:defRPr>
            </a:lvl1pPr>
          </a:lstStyle>
          <a:p>
            <a:r>
              <a:rPr lang="en-US" dirty="0"/>
              <a: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2333244" y="4824374"/>
            <a:ext cx="7525512" cy="1545336"/>
          </a:xfrm>
          <a:prstGeom prst="rect">
            <a:avLst/>
          </a:prstGeom>
        </p:spPr>
        <p:txBody>
          <a:bodyPr>
            <a:noAutofit/>
          </a:bodyPr>
          <a:lstStyle>
            <a:lvl1pPr marL="0" indent="0" algn="ctr">
              <a:lnSpc>
                <a:spcPct val="130000"/>
              </a:lnSpc>
              <a:buNone/>
              <a:defRPr sz="2800">
                <a:solidFill>
                  <a:schemeClr val="bg1"/>
                </a:solidFill>
              </a:defRPr>
            </a:lvl1pPr>
            <a:lvl2pPr marL="228600" indent="0" algn="ctr">
              <a:lnSpc>
                <a:spcPct val="130000"/>
              </a:lnSpc>
              <a:buNone/>
              <a:defRPr sz="2400">
                <a:solidFill>
                  <a:schemeClr val="bg1"/>
                </a:solidFill>
              </a:defRPr>
            </a:lvl2pPr>
            <a:lvl3pPr marL="457200" indent="0" algn="ctr">
              <a:lnSpc>
                <a:spcPct val="130000"/>
              </a:lnSpc>
              <a:buNone/>
              <a:defRPr sz="2000">
                <a:solidFill>
                  <a:schemeClr val="bg1"/>
                </a:solidFill>
              </a:defRPr>
            </a:lvl3pPr>
            <a:lvl4pPr marL="685800" indent="0" algn="ctr">
              <a:lnSpc>
                <a:spcPct val="130000"/>
              </a:lnSpc>
              <a:buNone/>
              <a:defRPr sz="1800">
                <a:solidFill>
                  <a:schemeClr val="bg1"/>
                </a:solidFill>
              </a:defRPr>
            </a:lvl4pPr>
            <a:lvl5pPr marL="914400" indent="0" algn="ctr">
              <a:lnSpc>
                <a:spcPct val="130000"/>
              </a:lnSpc>
              <a:buNone/>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2B3A61EC-7FBA-4A9E-9442-8C179449C2C5}"/>
              </a:ext>
            </a:extLst>
          </p:cNvPr>
          <p:cNvSpPr>
            <a:spLocks noGrp="1"/>
          </p:cNvSpPr>
          <p:nvPr>
            <p:ph type="ftr" sz="quarter" idx="15"/>
          </p:nvPr>
        </p:nvSpPr>
        <p:spPr/>
        <p:txBody>
          <a:bodyPr/>
          <a:lstStyle>
            <a:lvl1pPr>
              <a:defRPr>
                <a:solidFill>
                  <a:schemeClr val="bg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977FCA03-0EA5-26E8-F7C9-22AD8F298A4D}"/>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dirty="0"/>
          </a:p>
        </p:txBody>
      </p:sp>
      <p:sp>
        <p:nvSpPr>
          <p:cNvPr id="3" name="Date Placeholder 2">
            <a:extLst>
              <a:ext uri="{FF2B5EF4-FFF2-40B4-BE49-F238E27FC236}">
                <a16:creationId xmlns:a16="http://schemas.microsoft.com/office/drawing/2014/main" id="{0AB237A3-2F09-B8A5-B137-C37686B24A0F}"/>
              </a:ext>
            </a:extLst>
          </p:cNvPr>
          <p:cNvSpPr>
            <a:spLocks noGrp="1"/>
          </p:cNvSpPr>
          <p:nvPr>
            <p:ph type="dt" sz="half" idx="14"/>
          </p:nvPr>
        </p:nvSpPr>
        <p:spPr/>
        <p:txBody>
          <a:bodyPr/>
          <a:lstStyle>
            <a:lvl1pPr>
              <a:defRPr>
                <a:solidFill>
                  <a:schemeClr val="bg1"/>
                </a:solidFill>
              </a:defRPr>
            </a:lvl1pPr>
          </a:lstStyle>
          <a:p>
            <a:fld id="{121A9E56-5432-4BBA-932A-7E3894D85703}" type="datetime4">
              <a:rPr lang="en-US" smtClean="0"/>
              <a:pPr/>
              <a:t>June 29, 2025</a:t>
            </a:fld>
            <a:endParaRPr lang="en-US" dirty="0"/>
          </a:p>
        </p:txBody>
      </p:sp>
    </p:spTree>
    <p:extLst>
      <p:ext uri="{BB962C8B-B14F-4D97-AF65-F5344CB8AC3E}">
        <p14:creationId xmlns:p14="http://schemas.microsoft.com/office/powerpoint/2010/main" val="597842698"/>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ig Number 2">
    <p:bg>
      <p:bgPr>
        <a:solidFill>
          <a:schemeClr val="tx1"/>
        </a:solidFill>
        <a:effectLst/>
      </p:bgPr>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7B0096CA-75D7-CA25-573B-355156CF4123}"/>
              </a:ext>
              <a:ext uri="{C183D7F6-B498-43B3-948B-1728B52AA6E4}">
                <adec:decorative xmlns:adec="http://schemas.microsoft.com/office/drawing/2017/decorative" val="1"/>
              </a:ext>
            </a:extLst>
          </p:cNvPr>
          <p:cNvSpPr/>
          <p:nvPr/>
        </p:nvSpPr>
        <p:spPr>
          <a:xfrm>
            <a:off x="829587" y="753291"/>
            <a:ext cx="5356272" cy="53562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005840" y="1399032"/>
            <a:ext cx="5029200" cy="3886200"/>
          </a:xfrm>
          <a:prstGeom prst="rect">
            <a:avLst/>
          </a:prstGeom>
        </p:spPr>
        <p:txBody>
          <a:bodyPr anchor="ctr">
            <a:normAutofit/>
          </a:bodyPr>
          <a:lstStyle>
            <a:lvl1pPr algn="ctr">
              <a:lnSpc>
                <a:spcPct val="120000"/>
              </a:lnSpc>
              <a:defRPr sz="16500">
                <a:solidFill>
                  <a:schemeClr val="tx1"/>
                </a:solidFill>
              </a:defRPr>
            </a:lvl1pPr>
          </a:lstStyle>
          <a:p>
            <a:r>
              <a:rPr lang="en-US" dirty="0"/>
              <a: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7132321" y="1481328"/>
            <a:ext cx="3977640" cy="3886200"/>
          </a:xfrm>
          <a:prstGeom prst="rect">
            <a:avLst/>
          </a:prstGeom>
        </p:spPr>
        <p:txBody>
          <a:bodyPr anchor="ctr">
            <a:normAutofit/>
          </a:bodyPr>
          <a:lstStyle>
            <a:lvl1pPr marL="0" indent="0" algn="ctr">
              <a:lnSpc>
                <a:spcPct val="120000"/>
              </a:lnSpc>
              <a:buNone/>
              <a:defRPr sz="2800">
                <a:solidFill>
                  <a:schemeClr val="bg1"/>
                </a:solidFill>
              </a:defRPr>
            </a:lvl1pPr>
            <a:lvl2pPr marL="228600" indent="0" algn="ctr">
              <a:lnSpc>
                <a:spcPct val="120000"/>
              </a:lnSpc>
              <a:buNone/>
              <a:defRPr sz="2400">
                <a:solidFill>
                  <a:schemeClr val="bg1"/>
                </a:solidFill>
              </a:defRPr>
            </a:lvl2pPr>
            <a:lvl3pPr marL="457200" indent="0" algn="ctr">
              <a:lnSpc>
                <a:spcPct val="120000"/>
              </a:lnSpc>
              <a:buNone/>
              <a:defRPr sz="2000">
                <a:solidFill>
                  <a:schemeClr val="bg1"/>
                </a:solidFill>
              </a:defRPr>
            </a:lvl3pPr>
            <a:lvl4pPr marL="685800" indent="0" algn="ctr">
              <a:lnSpc>
                <a:spcPct val="120000"/>
              </a:lnSpc>
              <a:buNone/>
              <a:defRPr sz="1800">
                <a:solidFill>
                  <a:schemeClr val="bg1"/>
                </a:solidFill>
              </a:defRPr>
            </a:lvl4pPr>
            <a:lvl5pPr marL="914400" indent="0" algn="ctr">
              <a:lnSpc>
                <a:spcPct val="120000"/>
              </a:lnSpc>
              <a:buNone/>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A2D2E6B6-CCB6-19E2-A69D-C764AA1EC372}"/>
              </a:ext>
            </a:extLst>
          </p:cNvPr>
          <p:cNvSpPr>
            <a:spLocks noGrp="1"/>
          </p:cNvSpPr>
          <p:nvPr>
            <p:ph type="ftr" sz="quarter" idx="15"/>
          </p:nvPr>
        </p:nvSpPr>
        <p:spPr/>
        <p:txBody>
          <a:bodyPr/>
          <a:lstStyle>
            <a:lvl1pPr>
              <a:defRPr>
                <a:solidFill>
                  <a:schemeClr val="bg1"/>
                </a:solidFill>
              </a:defRPr>
            </a:lvl1pPr>
          </a:lstStyle>
          <a:p>
            <a:r>
              <a:rPr lang="en-US" dirty="0"/>
              <a:t>Sample Footer Text</a:t>
            </a:r>
          </a:p>
        </p:txBody>
      </p:sp>
      <p:sp>
        <p:nvSpPr>
          <p:cNvPr id="10" name="Slide Number Placeholder 9">
            <a:extLst>
              <a:ext uri="{FF2B5EF4-FFF2-40B4-BE49-F238E27FC236}">
                <a16:creationId xmlns:a16="http://schemas.microsoft.com/office/drawing/2014/main" id="{B2A74F3A-BE47-0CC8-D1E7-D40F9DDE6693}"/>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dirty="0"/>
          </a:p>
        </p:txBody>
      </p:sp>
      <p:sp>
        <p:nvSpPr>
          <p:cNvPr id="8" name="Date Placeholder 7">
            <a:extLst>
              <a:ext uri="{FF2B5EF4-FFF2-40B4-BE49-F238E27FC236}">
                <a16:creationId xmlns:a16="http://schemas.microsoft.com/office/drawing/2014/main" id="{80ED7D16-DAA8-49C0-BE4C-4EC3B6D1CAC1}"/>
              </a:ext>
            </a:extLst>
          </p:cNvPr>
          <p:cNvSpPr>
            <a:spLocks noGrp="1"/>
          </p:cNvSpPr>
          <p:nvPr>
            <p:ph type="dt" sz="half" idx="14"/>
          </p:nvPr>
        </p:nvSpPr>
        <p:spPr/>
        <p:txBody>
          <a:bodyPr/>
          <a:lstStyle>
            <a:lvl1pPr>
              <a:defRPr>
                <a:solidFill>
                  <a:schemeClr val="bg1"/>
                </a:solidFill>
              </a:defRPr>
            </a:lvl1pPr>
          </a:lstStyle>
          <a:p>
            <a:fld id="{1F83F280-2EB0-4207-82F1-32148C5EE73C}" type="datetime4">
              <a:rPr lang="en-US" smtClean="0"/>
              <a:pPr/>
              <a:t>June 29, 2025</a:t>
            </a:fld>
            <a:endParaRPr lang="en-US" dirty="0"/>
          </a:p>
        </p:txBody>
      </p:sp>
    </p:spTree>
    <p:extLst>
      <p:ext uri="{BB962C8B-B14F-4D97-AF65-F5344CB8AC3E}">
        <p14:creationId xmlns:p14="http://schemas.microsoft.com/office/powerpoint/2010/main" val="957145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619959" y="603504"/>
            <a:ext cx="10718602" cy="4206240"/>
          </a:xfrm>
          <a:prstGeom prst="rect">
            <a:avLst/>
          </a:prstGeom>
        </p:spPr>
        <p:txBody>
          <a:bodyPr anchor="ctr">
            <a:noAutofit/>
          </a:bodyPr>
          <a:lstStyle>
            <a:lvl1pPr algn="l">
              <a:lnSpc>
                <a:spcPct val="120000"/>
              </a:lnSpc>
              <a:defRPr sz="39000">
                <a:solidFill>
                  <a:schemeClr val="tx1"/>
                </a:solidFill>
              </a:defRPr>
            </a:lvl1pPr>
          </a:lstStyle>
          <a:p>
            <a:r>
              <a:rPr lang="en-US" dirty="0"/>
              <a: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619957" y="5155385"/>
            <a:ext cx="6931152" cy="1353312"/>
          </a:xfrm>
          <a:prstGeom prst="rect">
            <a:avLst/>
          </a:prstGeom>
        </p:spPr>
        <p:txBody>
          <a:bodyPr anchor="ctr">
            <a:normAutofit/>
          </a:bodyPr>
          <a:lstStyle>
            <a:lvl1pPr marL="0" indent="0" algn="l">
              <a:lnSpc>
                <a:spcPct val="120000"/>
              </a:lnSpc>
              <a:buNone/>
              <a:defRPr sz="2800">
                <a:solidFill>
                  <a:schemeClr val="tx1"/>
                </a:solidFill>
              </a:defRPr>
            </a:lvl1pPr>
            <a:lvl2pPr marL="228600" indent="0" algn="l">
              <a:lnSpc>
                <a:spcPct val="120000"/>
              </a:lnSpc>
              <a:buNone/>
              <a:defRPr sz="2400">
                <a:solidFill>
                  <a:schemeClr val="tx1"/>
                </a:solidFill>
              </a:defRPr>
            </a:lvl2pPr>
            <a:lvl3pPr marL="457200" indent="0" algn="l">
              <a:lnSpc>
                <a:spcPct val="120000"/>
              </a:lnSpc>
              <a:buNone/>
              <a:defRPr sz="2000">
                <a:solidFill>
                  <a:schemeClr val="tx1"/>
                </a:solidFill>
              </a:defRPr>
            </a:lvl3pPr>
            <a:lvl4pPr marL="685800" indent="0" algn="l">
              <a:lnSpc>
                <a:spcPct val="120000"/>
              </a:lnSpc>
              <a:buNone/>
              <a:defRPr sz="1800">
                <a:solidFill>
                  <a:schemeClr val="tx1"/>
                </a:solidFill>
              </a:defRPr>
            </a:lvl4pPr>
            <a:lvl5pPr marL="914400" indent="0" algn="l">
              <a:lnSpc>
                <a:spcPct val="120000"/>
              </a:lnSpc>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0ED1247-19CB-941A-555D-BFD7877EEDF2}"/>
              </a:ext>
            </a:extLst>
          </p:cNvPr>
          <p:cNvSpPr>
            <a:spLocks noGrp="1"/>
          </p:cNvSpPr>
          <p:nvPr>
            <p:ph type="ftr" sz="quarter" idx="15"/>
          </p:nvPr>
        </p:nvSpPr>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C26675B0-35FF-8058-9035-92E75857825C}"/>
              </a:ext>
            </a:extLst>
          </p:cNvPr>
          <p:cNvSpPr>
            <a:spLocks noGrp="1"/>
          </p:cNvSpPr>
          <p:nvPr>
            <p:ph type="sldNum" sz="quarter" idx="16"/>
          </p:nvPr>
        </p:nvSpPr>
        <p:spPr/>
        <p:txBody>
          <a:bodyPr/>
          <a:lstStyle/>
          <a:p>
            <a:pPr algn="ctr"/>
            <a:fld id="{8D252C1B-CBF0-4A4D-8F57-7FB989103249}" type="slidenum">
              <a:rPr lang="en-US" smtClean="0"/>
              <a:pPr algn="ctr"/>
              <a:t>‹#›</a:t>
            </a:fld>
            <a:endParaRPr lang="en-US" dirty="0"/>
          </a:p>
        </p:txBody>
      </p:sp>
      <p:sp>
        <p:nvSpPr>
          <p:cNvPr id="6" name="Date Placeholder 5">
            <a:extLst>
              <a:ext uri="{FF2B5EF4-FFF2-40B4-BE49-F238E27FC236}">
                <a16:creationId xmlns:a16="http://schemas.microsoft.com/office/drawing/2014/main" id="{63D79712-39C8-4014-C5C0-7E12BC6E3BB3}"/>
              </a:ext>
            </a:extLst>
          </p:cNvPr>
          <p:cNvSpPr>
            <a:spLocks noGrp="1"/>
          </p:cNvSpPr>
          <p:nvPr>
            <p:ph type="dt" sz="half" idx="14"/>
          </p:nvPr>
        </p:nvSpPr>
        <p:spPr/>
        <p:txBody>
          <a:bodyPr/>
          <a:lstStyle/>
          <a:p>
            <a:fld id="{56418C53-827A-443E-BB57-B185D3D183F7}" type="datetime4">
              <a:rPr lang="en-US" smtClean="0"/>
              <a:t>June 29, 2025</a:t>
            </a:fld>
            <a:endParaRPr lang="en-US" dirty="0"/>
          </a:p>
        </p:txBody>
      </p:sp>
    </p:spTree>
    <p:extLst>
      <p:ext uri="{BB962C8B-B14F-4D97-AF65-F5344CB8AC3E}">
        <p14:creationId xmlns:p14="http://schemas.microsoft.com/office/powerpoint/2010/main" val="1999789121"/>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823960" cy="5605272"/>
          </a:xfrm>
          <a:prstGeom prst="rect">
            <a:avLst/>
          </a:prstGeom>
        </p:spPr>
        <p:txBody>
          <a:bodyPr anchor="ctr">
            <a:noAutofit/>
          </a:bodyPr>
          <a:lstStyle>
            <a:lvl1pPr marL="0" indent="0">
              <a:lnSpc>
                <a:spcPct val="100000"/>
              </a:lnSpc>
              <a:buNone/>
              <a:defRPr sz="6600" b="1">
                <a:latin typeface="+mj-lt"/>
              </a:defRPr>
            </a:lvl1pPr>
            <a:lvl2pPr marL="228600" indent="0">
              <a:lnSpc>
                <a:spcPct val="100000"/>
              </a:lnSpc>
              <a:buNone/>
              <a:defRPr sz="6000" b="1">
                <a:latin typeface="+mj-lt"/>
              </a:defRPr>
            </a:lvl2pPr>
            <a:lvl3pPr marL="457200" indent="0">
              <a:lnSpc>
                <a:spcPct val="100000"/>
              </a:lnSpc>
              <a:buNone/>
              <a:defRPr sz="5400" b="1">
                <a:latin typeface="+mj-lt"/>
              </a:defRPr>
            </a:lvl3pPr>
            <a:lvl4pPr marL="685800" indent="0">
              <a:lnSpc>
                <a:spcPct val="100000"/>
              </a:lnSpc>
              <a:buNone/>
              <a:defRPr sz="4800" b="1">
                <a:latin typeface="+mj-lt"/>
              </a:defRPr>
            </a:lvl4pPr>
            <a:lvl5pPr marL="914400" indent="0">
              <a:lnSpc>
                <a:spcPct val="100000"/>
              </a:lnSpc>
              <a:buNone/>
              <a:defRPr sz="44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238DD6E-BA45-325F-FC98-6AB079993A27}"/>
              </a:ext>
            </a:extLst>
          </p:cNvPr>
          <p:cNvSpPr>
            <a:spLocks noGrp="1"/>
          </p:cNvSpPr>
          <p:nvPr>
            <p:ph type="ftr" sz="quarter" idx="15"/>
          </p:nvPr>
        </p:nvSpPr>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84561359-17E3-A6CE-455E-CE886396C407}"/>
              </a:ext>
            </a:extLst>
          </p:cNvPr>
          <p:cNvSpPr>
            <a:spLocks noGrp="1"/>
          </p:cNvSpPr>
          <p:nvPr>
            <p:ph type="sldNum" sz="quarter" idx="16"/>
          </p:nvPr>
        </p:nvSpPr>
        <p:spPr/>
        <p:txBody>
          <a:bodyPr/>
          <a:lstStyle/>
          <a:p>
            <a:pPr algn="ctr"/>
            <a:fld id="{8D252C1B-CBF0-4A4D-8F57-7FB989103249}" type="slidenum">
              <a:rPr lang="en-US" smtClean="0"/>
              <a:pPr algn="ctr"/>
              <a:t>‹#›</a:t>
            </a:fld>
            <a:endParaRPr lang="en-US" dirty="0"/>
          </a:p>
        </p:txBody>
      </p:sp>
      <p:sp>
        <p:nvSpPr>
          <p:cNvPr id="6" name="Date Placeholder 5">
            <a:extLst>
              <a:ext uri="{FF2B5EF4-FFF2-40B4-BE49-F238E27FC236}">
                <a16:creationId xmlns:a16="http://schemas.microsoft.com/office/drawing/2014/main" id="{3B755257-CD66-9127-946E-3A75867E9B50}"/>
              </a:ext>
            </a:extLst>
          </p:cNvPr>
          <p:cNvSpPr>
            <a:spLocks noGrp="1"/>
          </p:cNvSpPr>
          <p:nvPr>
            <p:ph type="dt" sz="half" idx="14"/>
          </p:nvPr>
        </p:nvSpPr>
        <p:spPr/>
        <p:txBody>
          <a:bodyPr/>
          <a:lstStyle/>
          <a:p>
            <a:fld id="{77DEC2F4-E8D2-4DB7-837F-84F095865B45}" type="datetime4">
              <a:rPr lang="en-US" smtClean="0"/>
              <a:t>June 29, 2025</a:t>
            </a:fld>
            <a:endParaRPr lang="en-US" dirty="0"/>
          </a:p>
        </p:txBody>
      </p:sp>
    </p:spTree>
    <p:extLst>
      <p:ext uri="{BB962C8B-B14F-4D97-AF65-F5344CB8AC3E}">
        <p14:creationId xmlns:p14="http://schemas.microsoft.com/office/powerpoint/2010/main" val="21742257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2DDDF4-404D-D47E-DF36-45AD969EF65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45996" y="1243585"/>
            <a:ext cx="9363456" cy="4352544"/>
          </a:xfrm>
          <a:prstGeom prst="rect">
            <a:avLst/>
          </a:prstGeom>
        </p:spPr>
        <p:txBody>
          <a:bodyPr anchor="b">
            <a:noAutofit/>
          </a:bodyPr>
          <a:lstStyle>
            <a:lvl1pPr marL="0" indent="0">
              <a:lnSpc>
                <a:spcPct val="100000"/>
              </a:lnSpc>
              <a:buNone/>
              <a:defRPr sz="5400" b="1">
                <a:solidFill>
                  <a:schemeClr val="bg1"/>
                </a:solidFill>
                <a:latin typeface="+mj-lt"/>
              </a:defRPr>
            </a:lvl1pPr>
            <a:lvl2pPr marL="228600" indent="0">
              <a:lnSpc>
                <a:spcPct val="100000"/>
              </a:lnSpc>
              <a:buNone/>
              <a:defRPr sz="4800" b="1">
                <a:solidFill>
                  <a:schemeClr val="bg1"/>
                </a:solidFill>
                <a:latin typeface="+mj-lt"/>
              </a:defRPr>
            </a:lvl2pPr>
            <a:lvl3pPr marL="457200" indent="0">
              <a:lnSpc>
                <a:spcPct val="100000"/>
              </a:lnSpc>
              <a:buNone/>
              <a:defRPr sz="4400" b="1">
                <a:solidFill>
                  <a:schemeClr val="bg1"/>
                </a:solidFill>
                <a:latin typeface="+mj-lt"/>
              </a:defRPr>
            </a:lvl3pPr>
            <a:lvl4pPr marL="685800" indent="0">
              <a:lnSpc>
                <a:spcPct val="100000"/>
              </a:lnSpc>
              <a:buNone/>
              <a:defRPr sz="4000" b="1">
                <a:solidFill>
                  <a:schemeClr val="bg1"/>
                </a:solidFill>
                <a:latin typeface="+mj-lt"/>
              </a:defRPr>
            </a:lvl4pPr>
            <a:lvl5pPr marL="914400" indent="0">
              <a:lnSpc>
                <a:spcPct val="100000"/>
              </a:lnSpc>
              <a:buNone/>
              <a:defRPr sz="3600" b="1">
                <a:solidFill>
                  <a:schemeClr val="bg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7BF4B512-F99C-D9B7-72D2-817D72EBA2DB}"/>
              </a:ext>
            </a:extLst>
          </p:cNvPr>
          <p:cNvSpPr>
            <a:spLocks noGrp="1"/>
          </p:cNvSpPr>
          <p:nvPr>
            <p:ph type="ftr" sz="quarter" idx="15"/>
          </p:nvPr>
        </p:nvSpPr>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63845CAD-AC7C-64D8-6E51-EE79214F6F82}"/>
              </a:ext>
            </a:extLst>
          </p:cNvPr>
          <p:cNvSpPr>
            <a:spLocks noGrp="1"/>
          </p:cNvSpPr>
          <p:nvPr>
            <p:ph type="sldNum" sz="quarter" idx="16"/>
          </p:nvPr>
        </p:nvSpPr>
        <p:spPr/>
        <p:txBody>
          <a:bodyPr/>
          <a:lstStyle/>
          <a:p>
            <a:pPr algn="ctr"/>
            <a:fld id="{8D252C1B-CBF0-4A4D-8F57-7FB989103249}" type="slidenum">
              <a:rPr lang="en-US" smtClean="0"/>
              <a:pPr algn="ctr"/>
              <a:t>‹#›</a:t>
            </a:fld>
            <a:endParaRPr lang="en-US" dirty="0"/>
          </a:p>
        </p:txBody>
      </p:sp>
      <p:sp>
        <p:nvSpPr>
          <p:cNvPr id="8" name="Date Placeholder 7">
            <a:extLst>
              <a:ext uri="{FF2B5EF4-FFF2-40B4-BE49-F238E27FC236}">
                <a16:creationId xmlns:a16="http://schemas.microsoft.com/office/drawing/2014/main" id="{C50EBA60-CA19-124A-5E9C-A6B0920F6C60}"/>
              </a:ext>
            </a:extLst>
          </p:cNvPr>
          <p:cNvSpPr>
            <a:spLocks noGrp="1"/>
          </p:cNvSpPr>
          <p:nvPr>
            <p:ph type="dt" sz="half" idx="14"/>
          </p:nvPr>
        </p:nvSpPr>
        <p:spPr/>
        <p:txBody>
          <a:bodyPr/>
          <a:lstStyle/>
          <a:p>
            <a:fld id="{891F6430-FBBC-4753-9696-7B6AFCBE2C44}" type="datetime4">
              <a:rPr lang="en-US" smtClean="0"/>
              <a:t>June 29, 2025</a:t>
            </a:fld>
            <a:endParaRPr lang="en-US" dirty="0"/>
          </a:p>
        </p:txBody>
      </p:sp>
    </p:spTree>
    <p:extLst>
      <p:ext uri="{BB962C8B-B14F-4D97-AF65-F5344CB8AC3E}">
        <p14:creationId xmlns:p14="http://schemas.microsoft.com/office/powerpoint/2010/main" val="54705388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537E67D-6FAD-0A99-C787-882ED71E23B1}"/>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78305" y="1725930"/>
            <a:ext cx="8835390" cy="3406140"/>
          </a:xfrm>
          <a:prstGeom prst="rect">
            <a:avLst/>
          </a:prstGeom>
        </p:spPr>
        <p:txBody>
          <a:bodyPr anchor="ctr">
            <a:normAutofit/>
          </a:bodyPr>
          <a:lstStyle>
            <a:lvl1pPr marL="0" indent="0" algn="ctr">
              <a:lnSpc>
                <a:spcPct val="120000"/>
              </a:lnSpc>
              <a:buNone/>
              <a:defRPr sz="2800" b="1" cap="all" spc="400" baseline="0">
                <a:solidFill>
                  <a:schemeClr val="bg1"/>
                </a:solidFill>
                <a:latin typeface="+mj-lt"/>
              </a:defRPr>
            </a:lvl1pPr>
            <a:lvl2pPr marL="228600" indent="0" algn="ctr">
              <a:lnSpc>
                <a:spcPct val="120000"/>
              </a:lnSpc>
              <a:buNone/>
              <a:defRPr sz="2400" b="1" cap="all" spc="400" baseline="0">
                <a:solidFill>
                  <a:schemeClr val="bg1"/>
                </a:solidFill>
                <a:latin typeface="+mj-lt"/>
              </a:defRPr>
            </a:lvl2pPr>
            <a:lvl3pPr marL="457200" indent="0" algn="ctr">
              <a:lnSpc>
                <a:spcPct val="120000"/>
              </a:lnSpc>
              <a:buNone/>
              <a:defRPr sz="2000" b="1" cap="all" spc="400" baseline="0">
                <a:solidFill>
                  <a:schemeClr val="bg1"/>
                </a:solidFill>
                <a:latin typeface="+mj-lt"/>
              </a:defRPr>
            </a:lvl3pPr>
            <a:lvl4pPr marL="685800" indent="0" algn="ctr">
              <a:lnSpc>
                <a:spcPct val="120000"/>
              </a:lnSpc>
              <a:buNone/>
              <a:defRPr sz="1800" b="1" cap="all" spc="400" baseline="0">
                <a:solidFill>
                  <a:schemeClr val="bg1"/>
                </a:solidFill>
                <a:latin typeface="+mj-lt"/>
              </a:defRPr>
            </a:lvl4pPr>
            <a:lvl5pPr marL="914400" indent="0" algn="ctr">
              <a:lnSpc>
                <a:spcPct val="120000"/>
              </a:lnSpc>
              <a:buNone/>
              <a:defRPr sz="1600" b="1" cap="all" spc="400" baseline="0">
                <a:solidFill>
                  <a:schemeClr val="bg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3DE137C-5ECC-1E5D-1B32-66980AF57C90}"/>
              </a:ext>
            </a:extLst>
          </p:cNvPr>
          <p:cNvSpPr>
            <a:spLocks noGrp="1"/>
          </p:cNvSpPr>
          <p:nvPr>
            <p:ph type="ftr" sz="quarter" idx="15"/>
          </p:nvPr>
        </p:nvSpPr>
        <p:spPr/>
        <p:txBody>
          <a:bodyPr/>
          <a:lstStyle/>
          <a:p>
            <a:pPr algn="r"/>
            <a:r>
              <a:rPr lang="en-US" dirty="0"/>
              <a:t>Sample Footer Text</a:t>
            </a:r>
          </a:p>
        </p:txBody>
      </p:sp>
      <p:sp>
        <p:nvSpPr>
          <p:cNvPr id="6" name="Slide Number Placeholder 5">
            <a:extLst>
              <a:ext uri="{FF2B5EF4-FFF2-40B4-BE49-F238E27FC236}">
                <a16:creationId xmlns:a16="http://schemas.microsoft.com/office/drawing/2014/main" id="{F449DE64-06FD-C076-B922-72AA597784C2}"/>
              </a:ext>
            </a:extLst>
          </p:cNvPr>
          <p:cNvSpPr>
            <a:spLocks noGrp="1"/>
          </p:cNvSpPr>
          <p:nvPr>
            <p:ph type="sldNum" sz="quarter" idx="16"/>
          </p:nvPr>
        </p:nvSpPr>
        <p:spPr/>
        <p:txBody>
          <a:bodyPr/>
          <a:lstStyle/>
          <a:p>
            <a:pPr algn="ctr"/>
            <a:fld id="{8D252C1B-CBF0-4A4D-8F57-7FB989103249}" type="slidenum">
              <a:rPr lang="en-US" smtClean="0"/>
              <a:pPr algn="ctr"/>
              <a:t>‹#›</a:t>
            </a:fld>
            <a:endParaRPr lang="en-US" dirty="0"/>
          </a:p>
        </p:txBody>
      </p:sp>
      <p:sp>
        <p:nvSpPr>
          <p:cNvPr id="4" name="Date Placeholder 3">
            <a:extLst>
              <a:ext uri="{FF2B5EF4-FFF2-40B4-BE49-F238E27FC236}">
                <a16:creationId xmlns:a16="http://schemas.microsoft.com/office/drawing/2014/main" id="{9B256F58-A38D-4FF6-B9F8-7CB586DD10DF}"/>
              </a:ext>
            </a:extLst>
          </p:cNvPr>
          <p:cNvSpPr>
            <a:spLocks noGrp="1"/>
          </p:cNvSpPr>
          <p:nvPr>
            <p:ph type="dt" sz="half" idx="14"/>
          </p:nvPr>
        </p:nvSpPr>
        <p:spPr/>
        <p:txBody>
          <a:bodyPr/>
          <a:lstStyle/>
          <a:p>
            <a:fld id="{891F6430-FBBC-4753-9696-7B6AFCBE2C44}" type="datetime4">
              <a:rPr lang="en-US" smtClean="0"/>
              <a:t>June 29, 2025</a:t>
            </a:fld>
            <a:endParaRPr lang="en-US" dirty="0"/>
          </a:p>
        </p:txBody>
      </p:sp>
    </p:spTree>
    <p:extLst>
      <p:ext uri="{BB962C8B-B14F-4D97-AF65-F5344CB8AC3E}">
        <p14:creationId xmlns:p14="http://schemas.microsoft.com/office/powerpoint/2010/main" val="3570357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46922C-B449-F6B9-ADBA-E2C367CDCDC2}"/>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8DFD8E85-05F5-BAC6-422E-E268C486206D}"/>
              </a:ext>
              <a:ext uri="{C183D7F6-B498-43B3-948B-1728B52AA6E4}">
                <adec:decorative xmlns:adec="http://schemas.microsoft.com/office/drawing/2017/decorative" val="1"/>
              </a:ext>
            </a:extLst>
          </p:cNvPr>
          <p:cNvCxnSpPr>
            <a:cxnSpLocks/>
          </p:cNvCxnSpPr>
          <p:nvPr/>
        </p:nvCxnSpPr>
        <p:spPr>
          <a:xfrm>
            <a:off x="1576430" y="4874984"/>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289304" y="1344168"/>
            <a:ext cx="9070848" cy="3209544"/>
          </a:xfrm>
          <a:prstGeom prst="rect">
            <a:avLst/>
          </a:prstGeom>
        </p:spPr>
        <p:txBody>
          <a:bodyPr anchor="ctr">
            <a:normAutofit/>
          </a:bodyPr>
          <a:lstStyle>
            <a:lvl1pPr marL="219456" indent="-219456" algn="l">
              <a:lnSpc>
                <a:spcPct val="120000"/>
              </a:lnSpc>
              <a:defRPr sz="3200">
                <a:solidFill>
                  <a:schemeClr val="bg1"/>
                </a:solidFill>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72184" y="5148072"/>
            <a:ext cx="9198864" cy="594360"/>
          </a:xfrm>
          <a:prstGeom prst="rect">
            <a:avLst/>
          </a:prstGeom>
        </p:spPr>
        <p:txBody>
          <a:bodyPr anchor="ctr">
            <a:normAutofit/>
          </a:bodyPr>
          <a:lstStyle>
            <a:lvl1pPr marL="0" indent="0" algn="l">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D8AC9610-E7A0-F082-C265-8307A79F11B3}"/>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6D670228-70F6-14E2-BAE4-57263D0602E4}"/>
              </a:ext>
            </a:extLst>
          </p:cNvPr>
          <p:cNvSpPr>
            <a:spLocks noGrp="1"/>
          </p:cNvSpPr>
          <p:nvPr>
            <p:ph type="sldNum" sz="quarter" idx="12"/>
          </p:nvPr>
        </p:nvSpPr>
        <p:spPr/>
        <p:txBody>
          <a:bodyPr/>
          <a:lstStyle>
            <a:lvl1pPr>
              <a:defRPr>
                <a:solidFill>
                  <a:schemeClr val="tx1"/>
                </a:solidFill>
              </a:defRPr>
            </a:lvl1pPr>
          </a:lstStyle>
          <a:p>
            <a:fld id="{8D252C1B-CBF0-4A4D-8F57-7FB989103249}" type="slidenum">
              <a:rPr lang="en-US" smtClean="0"/>
              <a:pPr/>
              <a:t>‹#›</a:t>
            </a:fld>
            <a:endParaRPr lang="en-US" dirty="0"/>
          </a:p>
        </p:txBody>
      </p:sp>
      <p:sp>
        <p:nvSpPr>
          <p:cNvPr id="4" name="Date Placeholder 3">
            <a:extLst>
              <a:ext uri="{FF2B5EF4-FFF2-40B4-BE49-F238E27FC236}">
                <a16:creationId xmlns:a16="http://schemas.microsoft.com/office/drawing/2014/main" id="{0C16C0DA-BDEA-BCA8-48B7-4FAE9B501CDC}"/>
              </a:ext>
            </a:extLst>
          </p:cNvPr>
          <p:cNvSpPr>
            <a:spLocks noGrp="1"/>
          </p:cNvSpPr>
          <p:nvPr>
            <p:ph type="dt" sz="half" idx="10"/>
          </p:nvPr>
        </p:nvSpPr>
        <p:spPr/>
        <p:txBody>
          <a:bodyPr/>
          <a:lstStyle>
            <a:lvl1pPr>
              <a:defRPr>
                <a:solidFill>
                  <a:schemeClr val="tx1"/>
                </a:solidFill>
              </a:defRPr>
            </a:lvl1pPr>
          </a:lstStyle>
          <a:p>
            <a:fld id="{05861B11-817A-478B-9F27-B7D56C03E9A1}" type="datetime4">
              <a:rPr lang="en-US" smtClean="0"/>
              <a:pPr/>
              <a:t>June 29, 2025</a:t>
            </a:fld>
            <a:endParaRPr lang="en-US" dirty="0"/>
          </a:p>
        </p:txBody>
      </p:sp>
    </p:spTree>
    <p:extLst>
      <p:ext uri="{BB962C8B-B14F-4D97-AF65-F5344CB8AC3E}">
        <p14:creationId xmlns:p14="http://schemas.microsoft.com/office/powerpoint/2010/main" val="3025241279"/>
      </p:ext>
    </p:extLst>
  </p:cSld>
  <p:clrMapOvr>
    <a:overrideClrMapping bg1="lt1" tx1="dk1" bg2="lt2" tx2="dk2" accent1="accent1" accent2="accent2" accent3="accent3" accent4="accent4" accent5="accent5" accent6="accent6" hlink="hlink" folHlink="folHlink"/>
  </p:clrMapOvr>
  <p:hf hd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98016" y="1371295"/>
            <a:ext cx="9643263" cy="4061460"/>
          </a:xfrm>
          <a:prstGeom prst="rect">
            <a:avLst/>
          </a:prstGeom>
        </p:spPr>
        <p:txBody>
          <a:bodyPr anchor="b">
            <a:normAutofit/>
          </a:bodyPr>
          <a:lstStyle>
            <a:lvl1pPr marL="237744" indent="-237744" algn="l">
              <a:lnSpc>
                <a:spcPct val="120000"/>
              </a:lnSpc>
              <a:defRPr sz="4400">
                <a:solidFill>
                  <a:schemeClr val="tx1"/>
                </a:solidFill>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37828" y="5509260"/>
            <a:ext cx="9403451" cy="759866"/>
          </a:xfrm>
          <a:prstGeom prst="rect">
            <a:avLst/>
          </a:prstGeom>
        </p:spPr>
        <p:txBody>
          <a:bodyPr anchor="b">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D8AC9610-E7A0-F082-C265-8307A79F11B3}"/>
              </a:ext>
            </a:extLst>
          </p:cNvPr>
          <p:cNvSpPr>
            <a:spLocks noGrp="1"/>
          </p:cNvSpPr>
          <p:nvPr>
            <p:ph type="ftr" sz="quarter" idx="11"/>
          </p:nvPr>
        </p:nvSpPr>
        <p:spPr/>
        <p:txBody>
          <a:bodyPr/>
          <a:lstStyle/>
          <a:p>
            <a:pPr algn="r"/>
            <a:r>
              <a:rPr lang="en-US" dirty="0"/>
              <a:t>Sample Footer Text</a:t>
            </a:r>
          </a:p>
        </p:txBody>
      </p:sp>
      <p:sp>
        <p:nvSpPr>
          <p:cNvPr id="6" name="Slide Number Placeholder 5">
            <a:extLst>
              <a:ext uri="{FF2B5EF4-FFF2-40B4-BE49-F238E27FC236}">
                <a16:creationId xmlns:a16="http://schemas.microsoft.com/office/drawing/2014/main" id="{6D670228-70F6-14E2-BAE4-57263D0602E4}"/>
              </a:ext>
            </a:extLst>
          </p:cNvPr>
          <p:cNvSpPr>
            <a:spLocks noGrp="1"/>
          </p:cNvSpPr>
          <p:nvPr>
            <p:ph type="sldNum" sz="quarter" idx="12"/>
          </p:nvPr>
        </p:nvSpPr>
        <p:spPr/>
        <p:txBody>
          <a:bodyPr/>
          <a:lstStyle/>
          <a:p>
            <a:pPr algn="ctr"/>
            <a:fld id="{CC057153-B650-4DEB-B370-79DDCFDCE934}" type="slidenum">
              <a:rPr lang="en-US" smtClean="0"/>
              <a:pPr algn="ctr"/>
              <a:t>‹#›</a:t>
            </a:fld>
            <a:endParaRPr lang="en-US" dirty="0"/>
          </a:p>
        </p:txBody>
      </p:sp>
      <p:sp>
        <p:nvSpPr>
          <p:cNvPr id="4" name="Date Placeholder 3">
            <a:extLst>
              <a:ext uri="{FF2B5EF4-FFF2-40B4-BE49-F238E27FC236}">
                <a16:creationId xmlns:a16="http://schemas.microsoft.com/office/drawing/2014/main" id="{0C16C0DA-BDEA-BCA8-48B7-4FAE9B501CDC}"/>
              </a:ext>
            </a:extLst>
          </p:cNvPr>
          <p:cNvSpPr>
            <a:spLocks noGrp="1"/>
          </p:cNvSpPr>
          <p:nvPr>
            <p:ph type="dt" sz="half" idx="10"/>
          </p:nvPr>
        </p:nvSpPr>
        <p:spPr/>
        <p:txBody>
          <a:bodyPr/>
          <a:lstStyle/>
          <a:p>
            <a:fld id="{5727415D-AD92-413A-BBF9-193857B34DAC}" type="datetime4">
              <a:rPr lang="en-US" smtClean="0"/>
              <a:t>June 29, 2025</a:t>
            </a:fld>
            <a:endParaRPr lang="en-US" dirty="0"/>
          </a:p>
        </p:txBody>
      </p:sp>
    </p:spTree>
    <p:extLst>
      <p:ext uri="{BB962C8B-B14F-4D97-AF65-F5344CB8AC3E}">
        <p14:creationId xmlns:p14="http://schemas.microsoft.com/office/powerpoint/2010/main" val="10373942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7A9BE37-C8D5-7C3D-5E7A-7D47F9A5D27D}"/>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685850" y="1040131"/>
            <a:ext cx="8820301" cy="3509030"/>
          </a:xfrm>
          <a:prstGeom prst="rect">
            <a:avLst/>
          </a:prstGeom>
        </p:spPr>
        <p:txBody>
          <a:bodyPr anchor="ctr">
            <a:normAutofit/>
          </a:bodyPr>
          <a:lstStyle>
            <a:lvl1pPr algn="ctr">
              <a:lnSpc>
                <a:spcPct val="120000"/>
              </a:lnSpc>
              <a:defRPr sz="4000" b="0" cap="none" spc="0" baseline="0">
                <a:solidFill>
                  <a:schemeClr val="tx1"/>
                </a:solidFill>
                <a:latin typeface="+mn-lt"/>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43380" y="5225814"/>
            <a:ext cx="8105240" cy="1043384"/>
          </a:xfrm>
          <a:prstGeom prst="rect">
            <a:avLst/>
          </a:prstGeom>
        </p:spPr>
        <p:txBody>
          <a:bodyPr anchor="ctr">
            <a:normAutofit/>
          </a:bodyPr>
          <a:lstStyle>
            <a:lvl1pPr marL="0" indent="0" algn="ctr">
              <a:buNone/>
              <a:defRPr sz="1800" b="1" cap="all" spc="3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Footer Placeholder 5">
            <a:extLst>
              <a:ext uri="{FF2B5EF4-FFF2-40B4-BE49-F238E27FC236}">
                <a16:creationId xmlns:a16="http://schemas.microsoft.com/office/drawing/2014/main" id="{EECEF408-F86C-A1CC-03B6-4211B666AD3A}"/>
              </a:ext>
            </a:extLst>
          </p:cNvPr>
          <p:cNvSpPr>
            <a:spLocks noGrp="1"/>
          </p:cNvSpPr>
          <p:nvPr>
            <p:ph type="ftr" sz="quarter" idx="11"/>
          </p:nvPr>
        </p:nvSpPr>
        <p:spPr/>
        <p:txBody>
          <a:bodyPr/>
          <a:lstStyle/>
          <a:p>
            <a:pPr algn="r"/>
            <a:r>
              <a:rPr lang="en-US" dirty="0"/>
              <a:t>Sample Footer Text</a:t>
            </a:r>
          </a:p>
        </p:txBody>
      </p:sp>
      <p:sp>
        <p:nvSpPr>
          <p:cNvPr id="7" name="Slide Number Placeholder 6">
            <a:extLst>
              <a:ext uri="{FF2B5EF4-FFF2-40B4-BE49-F238E27FC236}">
                <a16:creationId xmlns:a16="http://schemas.microsoft.com/office/drawing/2014/main" id="{BEA1D0C5-9C94-4C68-AA5E-1C1F692A1B97}"/>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5" name="Date Placeholder 4">
            <a:extLst>
              <a:ext uri="{FF2B5EF4-FFF2-40B4-BE49-F238E27FC236}">
                <a16:creationId xmlns:a16="http://schemas.microsoft.com/office/drawing/2014/main" id="{C850B983-0D8E-626D-6E29-14A18FA2D4BB}"/>
              </a:ext>
            </a:extLst>
          </p:cNvPr>
          <p:cNvSpPr>
            <a:spLocks noGrp="1"/>
          </p:cNvSpPr>
          <p:nvPr>
            <p:ph type="dt" sz="half" idx="10"/>
          </p:nvPr>
        </p:nvSpPr>
        <p:spPr/>
        <p:txBody>
          <a:bodyPr/>
          <a:lstStyle/>
          <a:p>
            <a:fld id="{38A0474E-E50C-4D0B-A819-76B332536B63}" type="datetime4">
              <a:rPr lang="en-US" smtClean="0"/>
              <a:t>June 29, 2025</a:t>
            </a:fld>
            <a:endParaRPr lang="en-US" dirty="0"/>
          </a:p>
        </p:txBody>
      </p:sp>
    </p:spTree>
    <p:extLst>
      <p:ext uri="{BB962C8B-B14F-4D97-AF65-F5344CB8AC3E}">
        <p14:creationId xmlns:p14="http://schemas.microsoft.com/office/powerpoint/2010/main" val="343991205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C37573-F5E7-3B70-12CF-C285166810ED}"/>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C7A9BE37-C8D5-7C3D-5E7A-7D47F9A5D27D}"/>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685850" y="1337309"/>
            <a:ext cx="8820301" cy="3108961"/>
          </a:xfrm>
          <a:prstGeom prst="rect">
            <a:avLst/>
          </a:prstGeom>
        </p:spPr>
        <p:txBody>
          <a:bodyPr anchor="ctr">
            <a:normAutofit/>
          </a:bodyPr>
          <a:lstStyle>
            <a:lvl1pPr algn="ctr">
              <a:lnSpc>
                <a:spcPct val="120000"/>
              </a:lnSpc>
              <a:defRPr sz="4000" b="0" cap="none" spc="0" baseline="0">
                <a:solidFill>
                  <a:schemeClr val="bg1"/>
                </a:solidFill>
                <a:latin typeface="+mn-lt"/>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43380" y="5225814"/>
            <a:ext cx="8105240" cy="592053"/>
          </a:xfrm>
          <a:prstGeom prst="rect">
            <a:avLst/>
          </a:prstGeom>
        </p:spPr>
        <p:txBody>
          <a:bodyPr anchor="t">
            <a:normAutofit/>
          </a:bodyPr>
          <a:lstStyle>
            <a:lvl1pPr marL="0" indent="0" algn="ctr">
              <a:buNone/>
              <a:defRPr sz="1800" b="1" cap="all" spc="300"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Footer Placeholder 5">
            <a:extLst>
              <a:ext uri="{FF2B5EF4-FFF2-40B4-BE49-F238E27FC236}">
                <a16:creationId xmlns:a16="http://schemas.microsoft.com/office/drawing/2014/main" id="{EECEF408-F86C-A1CC-03B6-4211B666AD3A}"/>
              </a:ext>
            </a:extLst>
          </p:cNvPr>
          <p:cNvSpPr>
            <a:spLocks noGrp="1"/>
          </p:cNvSpPr>
          <p:nvPr>
            <p:ph type="ftr" sz="quarter" idx="11"/>
          </p:nvPr>
        </p:nvSpPr>
        <p:spPr/>
        <p:txBody>
          <a:bodyPr/>
          <a:lstStyle/>
          <a:p>
            <a:pPr algn="r"/>
            <a:r>
              <a:rPr lang="en-US" dirty="0"/>
              <a:t>Sample Footer Text</a:t>
            </a:r>
          </a:p>
        </p:txBody>
      </p:sp>
      <p:sp>
        <p:nvSpPr>
          <p:cNvPr id="7" name="Slide Number Placeholder 6">
            <a:extLst>
              <a:ext uri="{FF2B5EF4-FFF2-40B4-BE49-F238E27FC236}">
                <a16:creationId xmlns:a16="http://schemas.microsoft.com/office/drawing/2014/main" id="{BEA1D0C5-9C94-4C68-AA5E-1C1F692A1B97}"/>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5" name="Date Placeholder 4">
            <a:extLst>
              <a:ext uri="{FF2B5EF4-FFF2-40B4-BE49-F238E27FC236}">
                <a16:creationId xmlns:a16="http://schemas.microsoft.com/office/drawing/2014/main" id="{C850B983-0D8E-626D-6E29-14A18FA2D4BB}"/>
              </a:ext>
            </a:extLst>
          </p:cNvPr>
          <p:cNvSpPr>
            <a:spLocks noGrp="1"/>
          </p:cNvSpPr>
          <p:nvPr>
            <p:ph type="dt" sz="half" idx="10"/>
          </p:nvPr>
        </p:nvSpPr>
        <p:spPr/>
        <p:txBody>
          <a:bodyPr/>
          <a:lstStyle/>
          <a:p>
            <a:fld id="{38A0474E-E50C-4D0B-A819-76B332536B63}" type="datetime4">
              <a:rPr lang="en-US" smtClean="0"/>
              <a:t>June 29, 2025</a:t>
            </a:fld>
            <a:endParaRPr lang="en-US" dirty="0"/>
          </a:p>
        </p:txBody>
      </p:sp>
    </p:spTree>
    <p:extLst>
      <p:ext uri="{BB962C8B-B14F-4D97-AF65-F5344CB8AC3E}">
        <p14:creationId xmlns:p14="http://schemas.microsoft.com/office/powerpoint/2010/main" val="26512063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9768"/>
            <a:ext cx="10817352" cy="958480"/>
          </a:xfrm>
          <a:prstGeom prst="rect">
            <a:avLst/>
          </a:prstGeom>
        </p:spPr>
        <p:txBody>
          <a:bodyPr vert="horz" lIns="91440" tIns="45720" rIns="91440" bIns="45720" rtlCol="0" anchor="b">
            <a:normAutofit/>
          </a:bodyPr>
          <a:lstStyle>
            <a:lvl1pPr>
              <a:lnSpc>
                <a:spcPct val="120000"/>
              </a:lnSpc>
              <a:defRPr lang="en-US" dirty="0"/>
            </a:lvl1pPr>
          </a:lstStyle>
          <a:p>
            <a:pPr lvl="0"/>
            <a:r>
              <a:rPr lang="en-US"/>
              <a:t>Click to edit Master title style</a:t>
            </a:r>
            <a:endParaRPr lang="en-US" dirty="0"/>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612648" y="2020825"/>
            <a:ext cx="502920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400800" y="2020824"/>
            <a:ext cx="502920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D34EBE88-C826-A0CB-2F99-4593AD931017}"/>
              </a:ext>
            </a:extLst>
          </p:cNvPr>
          <p:cNvSpPr>
            <a:spLocks noGrp="1"/>
          </p:cNvSpPr>
          <p:nvPr>
            <p:ph type="ftr" sz="quarter" idx="16"/>
          </p:nvPr>
        </p:nvSpPr>
        <p:spPr/>
        <p:txBody>
          <a:bodyPr/>
          <a:lstStyle/>
          <a:p>
            <a:pPr algn="r"/>
            <a:r>
              <a:rPr lang="en-US" dirty="0"/>
              <a:t>Sample Footer Text</a:t>
            </a:r>
          </a:p>
        </p:txBody>
      </p:sp>
      <p:sp>
        <p:nvSpPr>
          <p:cNvPr id="15" name="Slide Number Placeholder 14">
            <a:extLst>
              <a:ext uri="{FF2B5EF4-FFF2-40B4-BE49-F238E27FC236}">
                <a16:creationId xmlns:a16="http://schemas.microsoft.com/office/drawing/2014/main" id="{3ABF7200-8BFC-1209-D217-A05B147C7362}"/>
              </a:ext>
            </a:extLst>
          </p:cNvPr>
          <p:cNvSpPr>
            <a:spLocks noGrp="1"/>
          </p:cNvSpPr>
          <p:nvPr>
            <p:ph type="sldNum" sz="quarter" idx="17"/>
          </p:nvPr>
        </p:nvSpPr>
        <p:spPr/>
        <p:txBody>
          <a:bodyPr/>
          <a:lstStyle/>
          <a:p>
            <a:pPr algn="ctr"/>
            <a:fld id="{8D252C1B-CBF0-4A4D-8F57-7FB989103249}" type="slidenum">
              <a:rPr lang="en-US" smtClean="0"/>
              <a:pPr algn="ctr"/>
              <a:t>‹#›</a:t>
            </a:fld>
            <a:endParaRPr lang="en-US" dirty="0"/>
          </a:p>
        </p:txBody>
      </p:sp>
      <p:sp>
        <p:nvSpPr>
          <p:cNvPr id="13" name="Date Placeholder 12">
            <a:extLst>
              <a:ext uri="{FF2B5EF4-FFF2-40B4-BE49-F238E27FC236}">
                <a16:creationId xmlns:a16="http://schemas.microsoft.com/office/drawing/2014/main" id="{A1910647-79B7-6086-34D9-EBD4D6E4C954}"/>
              </a:ext>
            </a:extLst>
          </p:cNvPr>
          <p:cNvSpPr>
            <a:spLocks noGrp="1"/>
          </p:cNvSpPr>
          <p:nvPr>
            <p:ph type="dt" sz="half" idx="15"/>
          </p:nvPr>
        </p:nvSpPr>
        <p:spPr/>
        <p:txBody>
          <a:bodyPr/>
          <a:lstStyle/>
          <a:p>
            <a:fld id="{77B77741-45FC-4222-874D-9A051E494613}" type="datetime4">
              <a:rPr lang="en-US" smtClean="0"/>
              <a:t>June 29, 2025</a:t>
            </a:fld>
            <a:endParaRPr lang="en-US" dirty="0"/>
          </a:p>
        </p:txBody>
      </p:sp>
    </p:spTree>
    <p:extLst>
      <p:ext uri="{BB962C8B-B14F-4D97-AF65-F5344CB8AC3E}">
        <p14:creationId xmlns:p14="http://schemas.microsoft.com/office/powerpoint/2010/main" val="42502810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18219-E186-2E63-46B3-4C1D3A8220EF}"/>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612648" y="2665477"/>
            <a:ext cx="5029200" cy="369874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665477"/>
            <a:ext cx="5029200" cy="369874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0D28A929-F039-96E6-B29C-717106871CBD}"/>
              </a:ext>
            </a:extLst>
          </p:cNvPr>
          <p:cNvSpPr>
            <a:spLocks noGrp="1"/>
          </p:cNvSpPr>
          <p:nvPr>
            <p:ph type="ftr" sz="quarter" idx="16"/>
          </p:nvPr>
        </p:nvSpPr>
        <p:spPr/>
        <p:txBody>
          <a:bodyPr/>
          <a:lstStyle/>
          <a:p>
            <a:pPr algn="r"/>
            <a:r>
              <a:rPr lang="en-US" dirty="0"/>
              <a:t>Sample Footer Text</a:t>
            </a:r>
          </a:p>
        </p:txBody>
      </p:sp>
      <p:sp>
        <p:nvSpPr>
          <p:cNvPr id="15" name="Slide Number Placeholder 14">
            <a:extLst>
              <a:ext uri="{FF2B5EF4-FFF2-40B4-BE49-F238E27FC236}">
                <a16:creationId xmlns:a16="http://schemas.microsoft.com/office/drawing/2014/main" id="{766D40EC-432B-24BD-14A2-EA02DE69B663}"/>
              </a:ext>
            </a:extLst>
          </p:cNvPr>
          <p:cNvSpPr>
            <a:spLocks noGrp="1"/>
          </p:cNvSpPr>
          <p:nvPr>
            <p:ph type="sldNum" sz="quarter" idx="17"/>
          </p:nvPr>
        </p:nvSpPr>
        <p:spPr/>
        <p:txBody>
          <a:bodyPr/>
          <a:lstStyle/>
          <a:p>
            <a:pPr algn="ctr"/>
            <a:fld id="{8D252C1B-CBF0-4A4D-8F57-7FB989103249}" type="slidenum">
              <a:rPr lang="en-US" smtClean="0"/>
              <a:pPr algn="ctr"/>
              <a:t>‹#›</a:t>
            </a:fld>
            <a:endParaRPr lang="en-US" dirty="0"/>
          </a:p>
        </p:txBody>
      </p:sp>
      <p:sp>
        <p:nvSpPr>
          <p:cNvPr id="12" name="Date Placeholder 11">
            <a:extLst>
              <a:ext uri="{FF2B5EF4-FFF2-40B4-BE49-F238E27FC236}">
                <a16:creationId xmlns:a16="http://schemas.microsoft.com/office/drawing/2014/main" id="{405654AF-A639-3FB5-E967-011B97C87C67}"/>
              </a:ext>
            </a:extLst>
          </p:cNvPr>
          <p:cNvSpPr>
            <a:spLocks noGrp="1"/>
          </p:cNvSpPr>
          <p:nvPr>
            <p:ph type="dt" sz="half" idx="15"/>
          </p:nvPr>
        </p:nvSpPr>
        <p:spPr/>
        <p:txBody>
          <a:bodyPr/>
          <a:lstStyle/>
          <a:p>
            <a:fld id="{1334C91E-202E-4F31-89CE-0789502AC959}" type="datetime4">
              <a:rPr lang="en-US" smtClean="0"/>
              <a:t>June 29, 2025</a:t>
            </a:fld>
            <a:endParaRPr lang="en-US" dirty="0"/>
          </a:p>
        </p:txBody>
      </p:sp>
    </p:spTree>
    <p:extLst>
      <p:ext uri="{BB962C8B-B14F-4D97-AF65-F5344CB8AC3E}">
        <p14:creationId xmlns:p14="http://schemas.microsoft.com/office/powerpoint/2010/main" val="7560360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9B4DD502-5BE6-822B-DB91-B6295D991AC2}"/>
              </a:ext>
            </a:extLst>
          </p:cNvPr>
          <p:cNvSpPr>
            <a:spLocks noGrp="1"/>
          </p:cNvSpPr>
          <p:nvPr>
            <p:ph type="ftr" sz="quarter" idx="11"/>
          </p:nvPr>
        </p:nvSpPr>
        <p:spPr/>
        <p:txBody>
          <a:bodyPr/>
          <a:lstStyle/>
          <a:p>
            <a:pPr algn="r"/>
            <a:r>
              <a:rPr lang="en-US" dirty="0"/>
              <a:t>Sample Footer Text</a:t>
            </a:r>
          </a:p>
        </p:txBody>
      </p:sp>
      <p:sp>
        <p:nvSpPr>
          <p:cNvPr id="8" name="Slide Number Placeholder 7">
            <a:extLst>
              <a:ext uri="{FF2B5EF4-FFF2-40B4-BE49-F238E27FC236}">
                <a16:creationId xmlns:a16="http://schemas.microsoft.com/office/drawing/2014/main" id="{3CBD9E88-9DFA-2EB7-34D5-E029BD46F5E3}"/>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6" name="Date Placeholder 5">
            <a:extLst>
              <a:ext uri="{FF2B5EF4-FFF2-40B4-BE49-F238E27FC236}">
                <a16:creationId xmlns:a16="http://schemas.microsoft.com/office/drawing/2014/main" id="{26035DAD-0E07-921A-1F16-10A8BBFC3975}"/>
              </a:ext>
            </a:extLst>
          </p:cNvPr>
          <p:cNvSpPr>
            <a:spLocks noGrp="1"/>
          </p:cNvSpPr>
          <p:nvPr>
            <p:ph type="dt" sz="half" idx="10"/>
          </p:nvPr>
        </p:nvSpPr>
        <p:spPr/>
        <p:txBody>
          <a:bodyPr/>
          <a:lstStyle/>
          <a:p>
            <a:fld id="{CD320626-9DFB-409D-967E-45C89655DB7A}" type="datetime4">
              <a:rPr lang="en-US" smtClean="0"/>
              <a:t>June 29, 2025</a:t>
            </a:fld>
            <a:endParaRPr lang="en-US" dirty="0"/>
          </a:p>
        </p:txBody>
      </p:sp>
    </p:spTree>
    <p:extLst>
      <p:ext uri="{BB962C8B-B14F-4D97-AF65-F5344CB8AC3E}">
        <p14:creationId xmlns:p14="http://schemas.microsoft.com/office/powerpoint/2010/main" val="2048023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E11FDDA-B97C-DDC5-8DB1-E60BD2AA1DBB}"/>
              </a:ext>
            </a:extLst>
          </p:cNvPr>
          <p:cNvSpPr>
            <a:spLocks noGrp="1"/>
          </p:cNvSpPr>
          <p:nvPr>
            <p:ph type="ftr" sz="quarter" idx="11"/>
          </p:nvPr>
        </p:nvSpPr>
        <p:spPr/>
        <p:txBody>
          <a:bodyPr/>
          <a:lstStyle/>
          <a:p>
            <a:pPr algn="r"/>
            <a:r>
              <a:rPr lang="en-US" dirty="0"/>
              <a:t>Sample Footer Text</a:t>
            </a:r>
          </a:p>
        </p:txBody>
      </p:sp>
      <p:sp>
        <p:nvSpPr>
          <p:cNvPr id="7" name="Slide Number Placeholder 6">
            <a:extLst>
              <a:ext uri="{FF2B5EF4-FFF2-40B4-BE49-F238E27FC236}">
                <a16:creationId xmlns:a16="http://schemas.microsoft.com/office/drawing/2014/main" id="{7F72A1C0-DA96-EA1E-D5A0-508F879B0757}"/>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5" name="Date Placeholder 4">
            <a:extLst>
              <a:ext uri="{FF2B5EF4-FFF2-40B4-BE49-F238E27FC236}">
                <a16:creationId xmlns:a16="http://schemas.microsoft.com/office/drawing/2014/main" id="{F97F18BD-749C-B50F-D44C-F42AA6AABEB9}"/>
              </a:ext>
            </a:extLst>
          </p:cNvPr>
          <p:cNvSpPr>
            <a:spLocks noGrp="1"/>
          </p:cNvSpPr>
          <p:nvPr>
            <p:ph type="dt" sz="half" idx="10"/>
          </p:nvPr>
        </p:nvSpPr>
        <p:spPr/>
        <p:txBody>
          <a:bodyPr/>
          <a:lstStyle/>
          <a:p>
            <a:fld id="{1EC1A3DC-DD83-4773-AD6C-D60629042765}" type="datetime4">
              <a:rPr lang="en-US" smtClean="0"/>
              <a:t>June 29, 2025</a:t>
            </a:fld>
            <a:endParaRPr lang="en-US" dirty="0"/>
          </a:p>
        </p:txBody>
      </p:sp>
    </p:spTree>
    <p:extLst>
      <p:ext uri="{BB962C8B-B14F-4D97-AF65-F5344CB8AC3E}">
        <p14:creationId xmlns:p14="http://schemas.microsoft.com/office/powerpoint/2010/main" val="4595422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58952"/>
            <a:ext cx="3595634" cy="2212848"/>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971800"/>
            <a:ext cx="3309608" cy="3127248"/>
          </a:xfrm>
          <a:prstGeom prst="rect">
            <a:avLst/>
          </a:prstGeom>
        </p:spPr>
        <p:txBody>
          <a:bodyPr anchor="t">
            <a:normAutofit/>
          </a:bodyPr>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6" y="758952"/>
            <a:ext cx="6284130" cy="534009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3" name="Footer Placeholder 12">
            <a:extLst>
              <a:ext uri="{FF2B5EF4-FFF2-40B4-BE49-F238E27FC236}">
                <a16:creationId xmlns:a16="http://schemas.microsoft.com/office/drawing/2014/main" id="{247FD854-00E9-7A1B-6B8C-0458F22F1EC3}"/>
              </a:ext>
            </a:extLst>
          </p:cNvPr>
          <p:cNvSpPr>
            <a:spLocks noGrp="1"/>
          </p:cNvSpPr>
          <p:nvPr>
            <p:ph type="ftr" sz="quarter" idx="11"/>
          </p:nvPr>
        </p:nvSpPr>
        <p:spPr/>
        <p:txBody>
          <a:bodyPr/>
          <a:lstStyle/>
          <a:p>
            <a:pPr algn="r"/>
            <a:r>
              <a:rPr lang="en-US" dirty="0"/>
              <a:t>Sample Footer Text</a:t>
            </a:r>
          </a:p>
        </p:txBody>
      </p:sp>
      <p:sp>
        <p:nvSpPr>
          <p:cNvPr id="14" name="Slide Number Placeholder 13">
            <a:extLst>
              <a:ext uri="{FF2B5EF4-FFF2-40B4-BE49-F238E27FC236}">
                <a16:creationId xmlns:a16="http://schemas.microsoft.com/office/drawing/2014/main" id="{205E2392-B840-3FDD-E39D-8521DC827038}"/>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12" name="Date Placeholder 11">
            <a:extLst>
              <a:ext uri="{FF2B5EF4-FFF2-40B4-BE49-F238E27FC236}">
                <a16:creationId xmlns:a16="http://schemas.microsoft.com/office/drawing/2014/main" id="{542EA063-3C1A-D1D2-916B-C1A4F124EA0C}"/>
              </a:ext>
            </a:extLst>
          </p:cNvPr>
          <p:cNvSpPr>
            <a:spLocks noGrp="1"/>
          </p:cNvSpPr>
          <p:nvPr>
            <p:ph type="dt" sz="half" idx="10"/>
          </p:nvPr>
        </p:nvSpPr>
        <p:spPr/>
        <p:txBody>
          <a:bodyPr/>
          <a:lstStyle/>
          <a:p>
            <a:fld id="{E033576C-593A-47BB-B516-D2528E5E552A}" type="datetime4">
              <a:rPr lang="en-US" smtClean="0"/>
              <a:t>June 29, 2025</a:t>
            </a:fld>
            <a:endParaRPr lang="en-US" dirty="0"/>
          </a:p>
        </p:txBody>
      </p:sp>
    </p:spTree>
    <p:extLst>
      <p:ext uri="{BB962C8B-B14F-4D97-AF65-F5344CB8AC3E}">
        <p14:creationId xmlns:p14="http://schemas.microsoft.com/office/powerpoint/2010/main" val="42620736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62000"/>
            <a:ext cx="3713996" cy="2212313"/>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401567"/>
            <a:ext cx="3300984" cy="2731008"/>
          </a:xfrm>
          <a:prstGeom prst="rect">
            <a:avLst/>
          </a:prstGeom>
        </p:spPr>
        <p:txBody>
          <a:bodyPr anchor="b"/>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BE5C5A3E-7D50-F47F-EB7E-84E9BE86B09F}"/>
              </a:ext>
            </a:extLst>
          </p:cNvPr>
          <p:cNvSpPr>
            <a:spLocks noGrp="1"/>
          </p:cNvSpPr>
          <p:nvPr>
            <p:ph type="pic" sz="quarter" idx="13"/>
          </p:nvPr>
        </p:nvSpPr>
        <p:spPr>
          <a:xfrm>
            <a:off x="5361359" y="762000"/>
            <a:ext cx="6068641" cy="533400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endParaRPr lang="en-US" dirty="0"/>
          </a:p>
        </p:txBody>
      </p:sp>
      <p:sp>
        <p:nvSpPr>
          <p:cNvPr id="16" name="Footer Placeholder 15">
            <a:extLst>
              <a:ext uri="{FF2B5EF4-FFF2-40B4-BE49-F238E27FC236}">
                <a16:creationId xmlns:a16="http://schemas.microsoft.com/office/drawing/2014/main" id="{27DBDBE0-7D82-CCC0-82C8-C75970BFD286}"/>
              </a:ext>
            </a:extLst>
          </p:cNvPr>
          <p:cNvSpPr>
            <a:spLocks noGrp="1"/>
          </p:cNvSpPr>
          <p:nvPr>
            <p:ph type="ftr" sz="quarter" idx="15"/>
          </p:nvPr>
        </p:nvSpPr>
        <p:spPr/>
        <p:txBody>
          <a:bodyPr/>
          <a:lstStyle/>
          <a:p>
            <a:pPr algn="r"/>
            <a:r>
              <a:rPr lang="en-US" dirty="0"/>
              <a:t>Sample Footer Text</a:t>
            </a:r>
          </a:p>
        </p:txBody>
      </p:sp>
      <p:sp>
        <p:nvSpPr>
          <p:cNvPr id="17" name="Slide Number Placeholder 16">
            <a:extLst>
              <a:ext uri="{FF2B5EF4-FFF2-40B4-BE49-F238E27FC236}">
                <a16:creationId xmlns:a16="http://schemas.microsoft.com/office/drawing/2014/main" id="{098B971C-659F-56B1-E5C8-1551C52DEB0E}"/>
              </a:ext>
            </a:extLst>
          </p:cNvPr>
          <p:cNvSpPr>
            <a:spLocks noGrp="1"/>
          </p:cNvSpPr>
          <p:nvPr>
            <p:ph type="sldNum" sz="quarter" idx="16"/>
          </p:nvPr>
        </p:nvSpPr>
        <p:spPr/>
        <p:txBody>
          <a:bodyPr/>
          <a:lstStyle/>
          <a:p>
            <a:pPr algn="ctr"/>
            <a:fld id="{8D252C1B-CBF0-4A4D-8F57-7FB989103249}" type="slidenum">
              <a:rPr lang="en-US" smtClean="0"/>
              <a:pPr algn="ctr"/>
              <a:t>‹#›</a:t>
            </a:fld>
            <a:endParaRPr lang="en-US" dirty="0"/>
          </a:p>
        </p:txBody>
      </p:sp>
      <p:sp>
        <p:nvSpPr>
          <p:cNvPr id="15" name="Date Placeholder 14">
            <a:extLst>
              <a:ext uri="{FF2B5EF4-FFF2-40B4-BE49-F238E27FC236}">
                <a16:creationId xmlns:a16="http://schemas.microsoft.com/office/drawing/2014/main" id="{1018BD95-468D-0282-9949-1A0343239975}"/>
              </a:ext>
            </a:extLst>
          </p:cNvPr>
          <p:cNvSpPr>
            <a:spLocks noGrp="1"/>
          </p:cNvSpPr>
          <p:nvPr>
            <p:ph type="dt" sz="half" idx="14"/>
          </p:nvPr>
        </p:nvSpPr>
        <p:spPr/>
        <p:txBody>
          <a:bodyPr/>
          <a:lstStyle/>
          <a:p>
            <a:fld id="{1A852720-599F-48B5-9C00-11A46BDCDC83}" type="datetime4">
              <a:rPr lang="en-US" smtClean="0"/>
              <a:t>June 29, 2025</a:t>
            </a:fld>
            <a:endParaRPr lang="en-US" dirty="0"/>
          </a:p>
        </p:txBody>
      </p:sp>
    </p:spTree>
    <p:extLst>
      <p:ext uri="{BB962C8B-B14F-4D97-AF65-F5344CB8AC3E}">
        <p14:creationId xmlns:p14="http://schemas.microsoft.com/office/powerpoint/2010/main" val="123291979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37FE2A9-21DD-FB38-F9C9-5420B56B7136}"/>
              </a:ext>
              <a:ext uri="{C183D7F6-B498-43B3-948B-1728B52AA6E4}">
                <adec:decorative xmlns:adec="http://schemas.microsoft.com/office/drawing/2017/decorative" val="1"/>
              </a:ext>
            </a:extLst>
          </p:cNvPr>
          <p:cNvCxnSpPr>
            <a:cxnSpLocks/>
          </p:cNvCxnSpPr>
          <p:nvPr/>
        </p:nvCxnSpPr>
        <p:spPr>
          <a:xfrm>
            <a:off x="793007" y="76199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033272"/>
            <a:ext cx="7342632" cy="1901952"/>
          </a:xfrm>
          <a:prstGeom prst="rect">
            <a:avLst/>
          </a:prstGeom>
        </p:spPr>
        <p:txBody>
          <a:bodyPr anchor="t">
            <a:normAutofit/>
          </a:bodyPr>
          <a:lstStyle>
            <a:lvl1pPr>
              <a:lnSpc>
                <a:spcPct val="120000"/>
              </a:lnSpc>
              <a:defRPr sz="4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93592"/>
            <a:ext cx="10680192" cy="2688336"/>
          </a:xfrm>
          <a:prstGeom prst="rect">
            <a:avLst/>
          </a:prstGeo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F424D638-A40E-7DBE-0BDA-0653484A371B}"/>
              </a:ext>
            </a:extLst>
          </p:cNvPr>
          <p:cNvSpPr>
            <a:spLocks noGrp="1"/>
          </p:cNvSpPr>
          <p:nvPr>
            <p:ph type="ftr" sz="quarter" idx="15"/>
          </p:nvPr>
        </p:nvSpPr>
        <p:spPr/>
        <p:txBody>
          <a:bodyPr/>
          <a:lstStyle>
            <a:lvl1pPr>
              <a:defRPr>
                <a:solidFill>
                  <a:schemeClr val="tx1"/>
                </a:solidFill>
              </a:defRPr>
            </a:lvl1pPr>
          </a:lstStyle>
          <a:p>
            <a:r>
              <a:rPr lang="en-US" dirty="0"/>
              <a:t>Sample Footer Text</a:t>
            </a:r>
          </a:p>
        </p:txBody>
      </p:sp>
      <p:sp>
        <p:nvSpPr>
          <p:cNvPr id="10" name="Slide Number Placeholder 9">
            <a:extLst>
              <a:ext uri="{FF2B5EF4-FFF2-40B4-BE49-F238E27FC236}">
                <a16:creationId xmlns:a16="http://schemas.microsoft.com/office/drawing/2014/main" id="{D432539E-E64F-6ECB-8128-09189D20DDE8}"/>
              </a:ext>
            </a:extLst>
          </p:cNvPr>
          <p:cNvSpPr>
            <a:spLocks noGrp="1"/>
          </p:cNvSpPr>
          <p:nvPr>
            <p:ph type="sldNum" sz="quarter" idx="16"/>
          </p:nvPr>
        </p:nvSpPr>
        <p:spPr/>
        <p:txBody>
          <a:bodyPr/>
          <a:lstStyle>
            <a:lvl1pPr>
              <a:defRPr>
                <a:solidFill>
                  <a:schemeClr val="tx1"/>
                </a:solidFill>
              </a:defRPr>
            </a:lvl1pPr>
          </a:lstStyle>
          <a:p>
            <a:fld id="{8D252C1B-CBF0-4A4D-8F57-7FB989103249}" type="slidenum">
              <a:rPr lang="en-US" smtClean="0"/>
              <a:pPr/>
              <a:t>‹#›</a:t>
            </a:fld>
            <a:endParaRPr lang="en-US" dirty="0"/>
          </a:p>
        </p:txBody>
      </p:sp>
      <p:sp>
        <p:nvSpPr>
          <p:cNvPr id="7" name="Date Placeholder 6">
            <a:extLst>
              <a:ext uri="{FF2B5EF4-FFF2-40B4-BE49-F238E27FC236}">
                <a16:creationId xmlns:a16="http://schemas.microsoft.com/office/drawing/2014/main" id="{260958E1-1A6E-215C-E558-5C2B7E025D13}"/>
              </a:ext>
            </a:extLst>
          </p:cNvPr>
          <p:cNvSpPr>
            <a:spLocks noGrp="1"/>
          </p:cNvSpPr>
          <p:nvPr>
            <p:ph type="dt" sz="half" idx="14"/>
          </p:nvPr>
        </p:nvSpPr>
        <p:spPr/>
        <p:txBody>
          <a:bodyPr/>
          <a:lstStyle>
            <a:lvl1pPr>
              <a:defRPr>
                <a:solidFill>
                  <a:schemeClr val="tx1"/>
                </a:solidFill>
              </a:defRPr>
            </a:lvl1pPr>
          </a:lstStyle>
          <a:p>
            <a:fld id="{DD59AC0F-8E77-4F74-A460-12024CA04876}" type="datetime4">
              <a:rPr lang="en-US" smtClean="0"/>
              <a:pPr/>
              <a:t>June 29, 2025</a:t>
            </a:fld>
            <a:endParaRPr lang="en-US" dirty="0"/>
          </a:p>
        </p:txBody>
      </p:sp>
    </p:spTree>
    <p:extLst>
      <p:ext uri="{BB962C8B-B14F-4D97-AF65-F5344CB8AC3E}">
        <p14:creationId xmlns:p14="http://schemas.microsoft.com/office/powerpoint/2010/main" val="2345424658"/>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1"/>
        </a:soli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89CBFB52-CE70-A084-2784-8ADA5CBB0506}"/>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2441448"/>
            <a:ext cx="4389120" cy="1984248"/>
          </a:xfrm>
          <a:prstGeom prst="rect">
            <a:avLst/>
          </a:prstGeom>
        </p:spPr>
        <p:txBody>
          <a:bodyPr anchor="ctr">
            <a:normAutofit/>
          </a:bodyPr>
          <a:lstStyle>
            <a:lvl1pPr algn="ctr">
              <a:lnSpc>
                <a:spcPct val="120000"/>
              </a:lnSpc>
              <a:defRPr sz="40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272786" y="1792224"/>
            <a:ext cx="4626864" cy="3529584"/>
          </a:xfrm>
          <a:prstGeom prst="rect">
            <a:avLst/>
          </a:prstGeom>
        </p:spPr>
        <p:txBody>
          <a:bodyPr vert="horz" lIns="91440" tIns="45720" rIns="91440" bIns="45720" rtlCol="0" anchor="ctr">
            <a:normAutofit/>
          </a:bodyPr>
          <a:lstStyle>
            <a:lvl1pPr marL="0" indent="0">
              <a:lnSpc>
                <a:spcPct val="130000"/>
              </a:lnSpc>
              <a:buNone/>
              <a:defRPr lang="en-US" sz="2400" dirty="0">
                <a:solidFill>
                  <a:schemeClr val="bg1"/>
                </a:solidFill>
              </a:defRPr>
            </a:lvl1pPr>
            <a:lvl2pPr marL="228600" indent="0">
              <a:lnSpc>
                <a:spcPct val="130000"/>
              </a:lnSpc>
              <a:buNone/>
              <a:defRPr lang="en-US" sz="2000" dirty="0">
                <a:solidFill>
                  <a:schemeClr val="bg1"/>
                </a:solidFill>
              </a:defRPr>
            </a:lvl2pPr>
            <a:lvl3pPr marL="457200" indent="0">
              <a:lnSpc>
                <a:spcPct val="130000"/>
              </a:lnSpc>
              <a:buNone/>
              <a:defRPr lang="en-US" sz="1800" dirty="0">
                <a:solidFill>
                  <a:schemeClr val="bg1"/>
                </a:solidFill>
              </a:defRPr>
            </a:lvl3pPr>
            <a:lvl4pPr marL="685800" indent="0">
              <a:lnSpc>
                <a:spcPct val="130000"/>
              </a:lnSpc>
              <a:buNone/>
              <a:defRPr lang="en-US" sz="1600" dirty="0">
                <a:solidFill>
                  <a:schemeClr val="bg1"/>
                </a:solidFill>
              </a:defRPr>
            </a:lvl4pPr>
            <a:lvl5pPr marL="914400" indent="0">
              <a:lnSpc>
                <a:spcPct val="130000"/>
              </a:lnSpc>
              <a:buNone/>
              <a:defRPr lang="en-US" sz="1400"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AD01EFD6-9B00-587B-896E-04546E348CB7}"/>
              </a:ext>
            </a:extLst>
          </p:cNvPr>
          <p:cNvSpPr>
            <a:spLocks noGrp="1"/>
          </p:cNvSpPr>
          <p:nvPr>
            <p:ph type="ftr" sz="quarter" idx="16"/>
          </p:nvPr>
        </p:nvSpPr>
        <p:spPr/>
        <p:txBody>
          <a:bodyPr/>
          <a:lstStyle>
            <a:lvl1pPr>
              <a:defRPr>
                <a:solidFill>
                  <a:schemeClr val="bg1"/>
                </a:solidFill>
              </a:defRPr>
            </a:lvl1pPr>
          </a:lstStyle>
          <a:p>
            <a:r>
              <a:rPr lang="en-US" dirty="0"/>
              <a:t>Sample Footer Text</a:t>
            </a:r>
          </a:p>
        </p:txBody>
      </p:sp>
      <p:sp>
        <p:nvSpPr>
          <p:cNvPr id="13" name="Slide Number Placeholder 12">
            <a:extLst>
              <a:ext uri="{FF2B5EF4-FFF2-40B4-BE49-F238E27FC236}">
                <a16:creationId xmlns:a16="http://schemas.microsoft.com/office/drawing/2014/main" id="{16E3DBA5-3A5D-C80F-F079-E97456BEC2FA}"/>
              </a:ext>
            </a:extLst>
          </p:cNvPr>
          <p:cNvSpPr>
            <a:spLocks noGrp="1"/>
          </p:cNvSpPr>
          <p:nvPr>
            <p:ph type="sldNum" sz="quarter" idx="17"/>
          </p:nvPr>
        </p:nvSpPr>
        <p:spPr/>
        <p:txBody>
          <a:bodyPr/>
          <a:lstStyle>
            <a:lvl1pPr>
              <a:defRPr>
                <a:solidFill>
                  <a:schemeClr val="bg1"/>
                </a:solidFill>
              </a:defRPr>
            </a:lvl1pPr>
          </a:lstStyle>
          <a:p>
            <a:fld id="{8D252C1B-CBF0-4A4D-8F57-7FB989103249}" type="slidenum">
              <a:rPr lang="en-US" smtClean="0"/>
              <a:pPr/>
              <a:t>‹#›</a:t>
            </a:fld>
            <a:endParaRPr lang="en-US" dirty="0"/>
          </a:p>
        </p:txBody>
      </p:sp>
      <p:sp>
        <p:nvSpPr>
          <p:cNvPr id="11" name="Date Placeholder 10">
            <a:extLst>
              <a:ext uri="{FF2B5EF4-FFF2-40B4-BE49-F238E27FC236}">
                <a16:creationId xmlns:a16="http://schemas.microsoft.com/office/drawing/2014/main" id="{7470B87B-1EC8-FB40-1A35-1CFC24500D80}"/>
              </a:ext>
            </a:extLst>
          </p:cNvPr>
          <p:cNvSpPr>
            <a:spLocks noGrp="1"/>
          </p:cNvSpPr>
          <p:nvPr>
            <p:ph type="dt" sz="half" idx="15"/>
          </p:nvPr>
        </p:nvSpPr>
        <p:spPr/>
        <p:txBody>
          <a:bodyPr/>
          <a:lstStyle>
            <a:lvl1pPr>
              <a:defRPr>
                <a:solidFill>
                  <a:schemeClr val="bg1"/>
                </a:solidFill>
              </a:defRPr>
            </a:lvl1pPr>
          </a:lstStyle>
          <a:p>
            <a:fld id="{54478ED8-172F-4F2D-A6E6-A5C5E0653480}" type="datetime4">
              <a:rPr lang="en-US" smtClean="0"/>
              <a:pPr/>
              <a:t>June 29, 2025</a:t>
            </a:fld>
            <a:endParaRPr lang="en-US" dirty="0"/>
          </a:p>
        </p:txBody>
      </p:sp>
    </p:spTree>
    <p:extLst>
      <p:ext uri="{BB962C8B-B14F-4D97-AF65-F5344CB8AC3E}">
        <p14:creationId xmlns:p14="http://schemas.microsoft.com/office/powerpoint/2010/main" val="3539985581"/>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Title, Content Photo 13-">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p:nvPr>
        </p:nvSpPr>
        <p:spPr>
          <a:xfrm>
            <a:off x="5039868" y="0"/>
            <a:ext cx="7152132" cy="6857999"/>
          </a:xfrm>
          <a:blipFill>
            <a:blip r:embed="rId2" cstate="screen">
              <a:alphaModFix amt="70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a:lvl1pPr>
          </a:lstStyle>
          <a:p>
            <a:pPr marL="0" lvl="0" indent="0">
              <a:buNone/>
            </a:pPr>
            <a:r>
              <a:rPr lang="en-US"/>
              <a:t>Click icon to add picture</a:t>
            </a:r>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r>
              <a:rPr lang="en-US" dirty="0"/>
              <a:t>2/6/2025</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3703320" cy="3840480"/>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3320" cy="1143000"/>
          </a:xfrm>
          <a:prstGeom prst="rect">
            <a:avLst/>
          </a:prstGeom>
        </p:spPr>
        <p:txBody>
          <a:bodyPr vert="horz" lIns="91440" tIns="45720" rIns="91440" bIns="45720" rtlCol="0" anchor="b">
            <a:noAutofit/>
          </a:bodyPr>
          <a:lstStyle>
            <a:lvl1pPr>
              <a:defRPr lang="en-US" dirty="0"/>
            </a:lvl1pPr>
          </a:lstStyle>
          <a:p>
            <a:pPr lvl="0">
              <a:lnSpc>
                <a:spcPct val="120000"/>
              </a:lnSpc>
            </a:pPr>
            <a:r>
              <a:rPr lang="en-US"/>
              <a:t>Click to edit Master title style</a:t>
            </a:r>
            <a:endParaRPr lang="en-US" dirty="0"/>
          </a:p>
        </p:txBody>
      </p:sp>
    </p:spTree>
    <p:extLst>
      <p:ext uri="{BB962C8B-B14F-4D97-AF65-F5344CB8AC3E}">
        <p14:creationId xmlns:p14="http://schemas.microsoft.com/office/powerpoint/2010/main" val="318228716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Title, Content 22">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37176" y="548640"/>
            <a:ext cx="6455664" cy="59527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r>
              <a:rPr lang="en-US" dirty="0"/>
              <a:t>2/6/2025</a:t>
            </a:r>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3538728" cy="2286000"/>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Tree>
    <p:extLst>
      <p:ext uri="{BB962C8B-B14F-4D97-AF65-F5344CB8AC3E}">
        <p14:creationId xmlns:p14="http://schemas.microsoft.com/office/powerpoint/2010/main" val="94799992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Title, Content Photo 2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8B6547-2A22-DE9B-D76B-8BC9967D224D}"/>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r>
              <a:rPr lang="en-US" dirty="0"/>
              <a:t>2/6/2025</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649224" y="813816"/>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dirty="0">
                <a:solidFill>
                  <a:schemeClr val="bg1"/>
                </a:solidFill>
              </a:defRPr>
            </a:lvl1pPr>
          </a:lstStyle>
          <a:p>
            <a:pPr marL="0" lvl="0" indent="0">
              <a:buNone/>
            </a:pPr>
            <a:r>
              <a:rPr lang="en-US"/>
              <a:t>Click icon to add picture</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995928"/>
            <a:ext cx="3127248" cy="2093976"/>
          </a:xfrm>
          <a:prstGeom prst="rect">
            <a:avLst/>
          </a:prstGeom>
        </p:spPr>
        <p:txBody>
          <a:bodyPr vert="horz" lIns="91440" tIns="45720" rIns="91440" bIns="45720" rtlCol="0" anchor="ctr">
            <a:noAutofit/>
          </a:bodyPr>
          <a:lstStyle>
            <a:lvl1pPr algn="ctr">
              <a:defRPr lang="en-US" sz="2600" dirty="0">
                <a:solidFill>
                  <a:schemeClr val="bg1"/>
                </a:solidFill>
              </a:defRPr>
            </a:lvl1pPr>
          </a:lstStyle>
          <a:p>
            <a:pPr lvl="0">
              <a:lnSpc>
                <a:spcPct val="120000"/>
              </a:lnSpc>
            </a:pPr>
            <a:r>
              <a:rPr lang="en-US"/>
              <a:t>Click to edit Master title style</a:t>
            </a:r>
            <a:endParaRPr lang="en-US" dirty="0"/>
          </a:p>
        </p:txBody>
      </p:sp>
    </p:spTree>
    <p:extLst>
      <p:ext uri="{BB962C8B-B14F-4D97-AF65-F5344CB8AC3E}">
        <p14:creationId xmlns:p14="http://schemas.microsoft.com/office/powerpoint/2010/main" val="23303674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itle Placeholder 7">
            <a:extLst>
              <a:ext uri="{FF2B5EF4-FFF2-40B4-BE49-F238E27FC236}">
                <a16:creationId xmlns:a16="http://schemas.microsoft.com/office/drawing/2014/main" id="{84B65554-DB7D-CC81-D612-8170BD715444}"/>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46EA75EC-5FB9-4085-AA9C-B50367B6E9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73E5B98-AB07-09F6-04F8-C2EB3C12CD78}"/>
              </a:ext>
            </a:extLst>
          </p:cNvPr>
          <p:cNvSpPr>
            <a:spLocks noGrp="1"/>
          </p:cNvSpPr>
          <p:nvPr>
            <p:ph type="ftr" sz="quarter" idx="3"/>
          </p:nvPr>
        </p:nvSpPr>
        <p:spPr>
          <a:xfrm rot="5400000">
            <a:off x="10469880" y="1609344"/>
            <a:ext cx="2670048" cy="365125"/>
          </a:xfrm>
          <a:prstGeom prst="rect">
            <a:avLst/>
          </a:prstGeom>
        </p:spPr>
        <p:txBody>
          <a:bodyPr vert="horz" lIns="91440" tIns="45720" rIns="91440" bIns="45720" rtlCol="0" anchor="ctr"/>
          <a:lstStyle>
            <a:lvl1pPr algn="r">
              <a:defRPr sz="700" b="1" cap="all" spc="300" baseline="0">
                <a:solidFill>
                  <a:schemeClr val="tx1"/>
                </a:solidFill>
              </a:defRPr>
            </a:lvl1pPr>
          </a:lstStyle>
          <a:p>
            <a:pPr algn="r"/>
            <a:r>
              <a:rPr lang="en-US" dirty="0"/>
              <a:t>Sample Footer Text</a:t>
            </a:r>
          </a:p>
        </p:txBody>
      </p:sp>
      <p:sp>
        <p:nvSpPr>
          <p:cNvPr id="6" name="Slide Number Placeholder 5">
            <a:extLst>
              <a:ext uri="{FF2B5EF4-FFF2-40B4-BE49-F238E27FC236}">
                <a16:creationId xmlns:a16="http://schemas.microsoft.com/office/drawing/2014/main" id="{0332D13A-F013-C2CA-B786-0E62D0843407}"/>
              </a:ext>
            </a:extLst>
          </p:cNvPr>
          <p:cNvSpPr>
            <a:spLocks noGrp="1"/>
          </p:cNvSpPr>
          <p:nvPr>
            <p:ph type="sldNum" sz="quarter" idx="4"/>
          </p:nvPr>
        </p:nvSpPr>
        <p:spPr>
          <a:xfrm>
            <a:off x="11494008" y="3218688"/>
            <a:ext cx="630936" cy="429768"/>
          </a:xfrm>
          <a:prstGeom prst="rect">
            <a:avLst/>
          </a:prstGeom>
        </p:spPr>
        <p:txBody>
          <a:bodyPr vert="horz" lIns="91440" tIns="45720" rIns="91440" bIns="45720" rtlCol="0" anchor="ctr"/>
          <a:lstStyle>
            <a:lvl1pPr algn="ctr">
              <a:defRPr sz="1600" b="1">
                <a:solidFill>
                  <a:schemeClr val="tx1"/>
                </a:solidFill>
                <a:latin typeface="+mj-lt"/>
              </a:defRPr>
            </a:lvl1pPr>
          </a:lstStyle>
          <a:p>
            <a:pPr algn="ctr"/>
            <a:fld id="{8D252C1B-CBF0-4A4D-8F57-7FB989103249}" type="slidenum">
              <a:rPr lang="en-US" smtClean="0"/>
              <a:pPr algn="ctr"/>
              <a:t>‹#›</a:t>
            </a:fld>
            <a:endParaRPr lang="en-US" dirty="0"/>
          </a:p>
        </p:txBody>
      </p:sp>
      <p:sp>
        <p:nvSpPr>
          <p:cNvPr id="4" name="Date Placeholder 3">
            <a:extLst>
              <a:ext uri="{FF2B5EF4-FFF2-40B4-BE49-F238E27FC236}">
                <a16:creationId xmlns:a16="http://schemas.microsoft.com/office/drawing/2014/main" id="{1E9F681B-72AC-AD9A-C239-A41763E16ADA}"/>
              </a:ext>
            </a:extLst>
          </p:cNvPr>
          <p:cNvSpPr>
            <a:spLocks noGrp="1"/>
          </p:cNvSpPr>
          <p:nvPr>
            <p:ph type="dt" sz="half" idx="2"/>
          </p:nvPr>
        </p:nvSpPr>
        <p:spPr>
          <a:xfrm rot="5400000">
            <a:off x="10479024" y="4882896"/>
            <a:ext cx="2670048"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05861B11-817A-478B-9F27-B7D56C03E9A1}" type="datetime4">
              <a:rPr lang="en-US" smtClean="0"/>
              <a:t>June 29, 2025</a:t>
            </a:fld>
            <a:endParaRPr lang="en-US" dirty="0"/>
          </a:p>
        </p:txBody>
      </p:sp>
    </p:spTree>
    <p:extLst>
      <p:ext uri="{BB962C8B-B14F-4D97-AF65-F5344CB8AC3E}">
        <p14:creationId xmlns:p14="http://schemas.microsoft.com/office/powerpoint/2010/main" val="179881722"/>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926" r:id="rId11"/>
    <p:sldLayoutId id="2147483877" r:id="rId12"/>
    <p:sldLayoutId id="2147483878" r:id="rId13"/>
    <p:sldLayoutId id="2147483879" r:id="rId14"/>
    <p:sldLayoutId id="2147483880" r:id="rId15"/>
    <p:sldLayoutId id="2147483881" r:id="rId16"/>
    <p:sldLayoutId id="2147483882" r:id="rId17"/>
    <p:sldLayoutId id="2147483883" r:id="rId18"/>
    <p:sldLayoutId id="2147483884" r:id="rId19"/>
    <p:sldLayoutId id="2147483885" r:id="rId20"/>
    <p:sldLayoutId id="2147483886" r:id="rId21"/>
    <p:sldLayoutId id="2147483887" r:id="rId22"/>
    <p:sldLayoutId id="2147483888" r:id="rId23"/>
    <p:sldLayoutId id="2147483889" r:id="rId24"/>
    <p:sldLayoutId id="2147483890" r:id="rId25"/>
    <p:sldLayoutId id="2147483891" r:id="rId26"/>
    <p:sldLayoutId id="2147483892" r:id="rId27"/>
    <p:sldLayoutId id="2147483893" r:id="rId28"/>
    <p:sldLayoutId id="2147483894" r:id="rId29"/>
    <p:sldLayoutId id="2147483895" r:id="rId30"/>
    <p:sldLayoutId id="2147483896" r:id="rId31"/>
    <p:sldLayoutId id="2147483897" r:id="rId32"/>
    <p:sldLayoutId id="2147483898" r:id="rId33"/>
    <p:sldLayoutId id="2147483899" r:id="rId34"/>
    <p:sldLayoutId id="2147483900" r:id="rId35"/>
    <p:sldLayoutId id="2147483901" r:id="rId36"/>
    <p:sldLayoutId id="2147483902" r:id="rId37"/>
    <p:sldLayoutId id="2147483903" r:id="rId38"/>
    <p:sldLayoutId id="2147483904" r:id="rId39"/>
    <p:sldLayoutId id="2147483905" r:id="rId40"/>
    <p:sldLayoutId id="2147483906" r:id="rId41"/>
    <p:sldLayoutId id="2147483907" r:id="rId42"/>
    <p:sldLayoutId id="2147483908" r:id="rId43"/>
    <p:sldLayoutId id="2147483909" r:id="rId44"/>
    <p:sldLayoutId id="2147483910" r:id="rId45"/>
    <p:sldLayoutId id="2147483911" r:id="rId46"/>
    <p:sldLayoutId id="2147483912" r:id="rId47"/>
    <p:sldLayoutId id="2147483913" r:id="rId48"/>
    <p:sldLayoutId id="2147483914" r:id="rId49"/>
    <p:sldLayoutId id="2147483915" r:id="rId50"/>
    <p:sldLayoutId id="2147483916" r:id="rId51"/>
    <p:sldLayoutId id="2147483917" r:id="rId52"/>
    <p:sldLayoutId id="2147483918" r:id="rId53"/>
    <p:sldLayoutId id="2147483919" r:id="rId54"/>
    <p:sldLayoutId id="2147483920" r:id="rId55"/>
    <p:sldLayoutId id="2147483921" r:id="rId56"/>
    <p:sldLayoutId id="2147483922" r:id="rId57"/>
    <p:sldLayoutId id="2147483923" r:id="rId58"/>
    <p:sldLayoutId id="2147483924" r:id="rId59"/>
    <p:sldLayoutId id="2147483927" r:id="rId60"/>
    <p:sldLayoutId id="2147483930" r:id="rId61"/>
  </p:sldLayoutIdLst>
  <p:hf hdr="0"/>
  <p:txStyles>
    <p:titleStyle>
      <a:lvl1pPr algn="l" defTabSz="914400" rtl="0" eaLnBrk="1" latinLnBrk="0" hangingPunct="1">
        <a:lnSpc>
          <a:spcPct val="120000"/>
        </a:lnSpc>
        <a:spcBef>
          <a:spcPct val="0"/>
        </a:spcBef>
        <a:buNone/>
        <a:defRPr lang="en-US" sz="2800" b="1" kern="1200" cap="all" spc="500" baseline="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lang="en-US" sz="18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6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2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dulwlpaper.blogspot.com/2013/10/plane-images.html" TargetMode="External"/><Relationship Id="rId2" Type="http://schemas.openxmlformats.org/officeDocument/2006/relationships/image" Target="../media/image24.jpg"/><Relationship Id="rId1" Type="http://schemas.openxmlformats.org/officeDocument/2006/relationships/slideLayout" Target="../slideLayouts/slideLayout35.xml"/><Relationship Id="rId4" Type="http://schemas.openxmlformats.org/officeDocument/2006/relationships/hyperlink" Target="https://creativecommons.org/licenses/by-nc-nd/3.0/"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9.xml"/></Relationships>
</file>

<file path=ppt/slides/_rels/slide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59.xm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60.xml"/><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54.xml"/><Relationship Id="rId6" Type="http://schemas.openxmlformats.org/officeDocument/2006/relationships/image" Target="../media/image32.png"/><Relationship Id="rId11" Type="http://schemas.openxmlformats.org/officeDocument/2006/relationships/image" Target="../media/image35.png"/><Relationship Id="rId5" Type="http://schemas.openxmlformats.org/officeDocument/2006/relationships/customXml" Target="../ink/ink1.xml"/><Relationship Id="rId10" Type="http://schemas.openxmlformats.org/officeDocument/2006/relationships/image" Target="../media/image34.png"/><Relationship Id="rId4" Type="http://schemas.openxmlformats.org/officeDocument/2006/relationships/image" Target="../media/image31.png"/><Relationship Id="rId9" Type="http://schemas.openxmlformats.org/officeDocument/2006/relationships/customXml" Target="../ink/ink3.xml"/></Relationships>
</file>

<file path=ppt/slides/_rels/slide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07639-133C-611B-1F88-588BF405F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A078CD-E4CB-9500-6BD7-9B17BB4DF8DB}"/>
              </a:ext>
            </a:extLst>
          </p:cNvPr>
          <p:cNvSpPr>
            <a:spLocks noGrp="1"/>
          </p:cNvSpPr>
          <p:nvPr>
            <p:ph type="title"/>
          </p:nvPr>
        </p:nvSpPr>
        <p:spPr>
          <a:xfrm>
            <a:off x="8373619" y="1078992"/>
            <a:ext cx="2898648" cy="1947672"/>
          </a:xfrm>
        </p:spPr>
        <p:txBody>
          <a:bodyPr anchor="b">
            <a:normAutofit/>
          </a:bodyPr>
          <a:lstStyle/>
          <a:p>
            <a:r>
              <a:rPr lang="en-US" dirty="0"/>
              <a:t>Airline Satisfaction</a:t>
            </a:r>
          </a:p>
        </p:txBody>
      </p:sp>
      <p:pic>
        <p:nvPicPr>
          <p:cNvPr id="7" name="Picture Placeholder 6" descr="An airplane flying over a field&#10;&#10;AI-generated content may be incorrect.">
            <a:extLst>
              <a:ext uri="{FF2B5EF4-FFF2-40B4-BE49-F238E27FC236}">
                <a16:creationId xmlns:a16="http://schemas.microsoft.com/office/drawing/2014/main" id="{B78B698F-DDDB-A992-DDB1-08F8FA230804}"/>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276" r="14662"/>
          <a:stretch>
            <a:fillRect/>
          </a:stretch>
        </p:blipFill>
        <p:spPr>
          <a:xfrm>
            <a:off x="20" y="10"/>
            <a:ext cx="7810374" cy="6857990"/>
          </a:xfrm>
          <a:noFill/>
        </p:spPr>
      </p:pic>
      <p:sp>
        <p:nvSpPr>
          <p:cNvPr id="3" name="Subtitle 2">
            <a:extLst>
              <a:ext uri="{FF2B5EF4-FFF2-40B4-BE49-F238E27FC236}">
                <a16:creationId xmlns:a16="http://schemas.microsoft.com/office/drawing/2014/main" id="{2948CB61-C179-FAF2-AC0C-7A09952C008B}"/>
              </a:ext>
            </a:extLst>
          </p:cNvPr>
          <p:cNvSpPr>
            <a:spLocks noGrp="1"/>
          </p:cNvSpPr>
          <p:nvPr>
            <p:ph sz="quarter" idx="14"/>
          </p:nvPr>
        </p:nvSpPr>
        <p:spPr>
          <a:xfrm>
            <a:off x="8373619" y="3099816"/>
            <a:ext cx="2898648" cy="2953512"/>
          </a:xfrm>
        </p:spPr>
        <p:txBody>
          <a:bodyPr>
            <a:normAutofit/>
          </a:bodyPr>
          <a:lstStyle/>
          <a:p>
            <a:r>
              <a:rPr lang="en-US" dirty="0"/>
              <a:t>Presented by Aidan Erickson</a:t>
            </a:r>
          </a:p>
        </p:txBody>
      </p:sp>
      <p:sp>
        <p:nvSpPr>
          <p:cNvPr id="14" name="Footer Placeholder 4">
            <a:extLst>
              <a:ext uri="{FF2B5EF4-FFF2-40B4-BE49-F238E27FC236}">
                <a16:creationId xmlns:a16="http://schemas.microsoft.com/office/drawing/2014/main" id="{4DB4A27E-176C-47E1-B346-C258F8E55875}"/>
              </a:ext>
            </a:extLst>
          </p:cNvPr>
          <p:cNvSpPr>
            <a:spLocks noGrp="1"/>
          </p:cNvSpPr>
          <p:nvPr>
            <p:ph type="ftr" sz="quarter" idx="16"/>
          </p:nvPr>
        </p:nvSpPr>
        <p:spPr>
          <a:xfrm rot="5400000">
            <a:off x="10469880" y="1609344"/>
            <a:ext cx="2670048" cy="365760"/>
          </a:xfrm>
        </p:spPr>
        <p:txBody>
          <a:bodyPr anchor="ctr">
            <a:normAutofit/>
          </a:bodyPr>
          <a:lstStyle/>
          <a:p>
            <a:pPr>
              <a:spcAft>
                <a:spcPts val="600"/>
              </a:spcAft>
            </a:pPr>
            <a:r>
              <a:rPr lang="en-US" dirty="0"/>
              <a:t>Airline Satisfaction</a:t>
            </a:r>
            <a:endParaRPr lang="en-US"/>
          </a:p>
        </p:txBody>
      </p:sp>
      <p:sp>
        <p:nvSpPr>
          <p:cNvPr id="16" name="Slide Number Placeholder 5">
            <a:extLst>
              <a:ext uri="{FF2B5EF4-FFF2-40B4-BE49-F238E27FC236}">
                <a16:creationId xmlns:a16="http://schemas.microsoft.com/office/drawing/2014/main" id="{7B6C6759-23C7-745A-F122-E0AF4EE5746C}"/>
              </a:ext>
            </a:extLst>
          </p:cNvPr>
          <p:cNvSpPr>
            <a:spLocks noGrp="1"/>
          </p:cNvSpPr>
          <p:nvPr>
            <p:ph type="sldNum" sz="quarter" idx="17"/>
          </p:nvPr>
        </p:nvSpPr>
        <p:spPr>
          <a:xfrm>
            <a:off x="11494008" y="3218688"/>
            <a:ext cx="630936" cy="429768"/>
          </a:xfrm>
        </p:spPr>
        <p:txBody>
          <a:bodyPr anchor="ctr">
            <a:normAutofit/>
          </a:bodyPr>
          <a:lstStyle/>
          <a:p>
            <a:pPr>
              <a:spcAft>
                <a:spcPts val="600"/>
              </a:spcAft>
            </a:pPr>
            <a:fld id="{CC057153-B650-4DEB-B370-79DDCFDCE934}" type="slidenum">
              <a:rPr lang="en-US" smtClean="0"/>
              <a:pPr>
                <a:spcAft>
                  <a:spcPts val="600"/>
                </a:spcAft>
              </a:pPr>
              <a:t>1</a:t>
            </a:fld>
            <a:endParaRPr lang="en-US"/>
          </a:p>
        </p:txBody>
      </p:sp>
      <p:sp>
        <p:nvSpPr>
          <p:cNvPr id="18" name="Date Placeholder 6">
            <a:extLst>
              <a:ext uri="{FF2B5EF4-FFF2-40B4-BE49-F238E27FC236}">
                <a16:creationId xmlns:a16="http://schemas.microsoft.com/office/drawing/2014/main" id="{2B017BC8-16D0-A1B5-1783-CC34B9DD6886}"/>
              </a:ext>
            </a:extLst>
          </p:cNvPr>
          <p:cNvSpPr>
            <a:spLocks noGrp="1"/>
          </p:cNvSpPr>
          <p:nvPr>
            <p:ph type="dt" sz="half" idx="15"/>
          </p:nvPr>
        </p:nvSpPr>
        <p:spPr>
          <a:xfrm rot="5400000">
            <a:off x="10469880" y="4892040"/>
            <a:ext cx="2670048" cy="365760"/>
          </a:xfrm>
        </p:spPr>
        <p:txBody>
          <a:bodyPr anchor="ctr">
            <a:normAutofit/>
          </a:bodyPr>
          <a:lstStyle/>
          <a:p>
            <a:pPr>
              <a:spcAft>
                <a:spcPts val="600"/>
              </a:spcAft>
            </a:pPr>
            <a:fld id="{F9A12704-D1A4-47EE-A678-E3D89F2457B6}" type="datetime4">
              <a:rPr lang="en-US" smtClean="0"/>
              <a:pPr>
                <a:spcAft>
                  <a:spcPts val="600"/>
                </a:spcAft>
              </a:pPr>
              <a:t>June 29, 2025</a:t>
            </a:fld>
            <a:endParaRPr lang="en-US" dirty="0"/>
          </a:p>
        </p:txBody>
      </p:sp>
      <p:sp>
        <p:nvSpPr>
          <p:cNvPr id="8" name="TextBox 7">
            <a:extLst>
              <a:ext uri="{FF2B5EF4-FFF2-40B4-BE49-F238E27FC236}">
                <a16:creationId xmlns:a16="http://schemas.microsoft.com/office/drawing/2014/main" id="{8C830507-3B61-14B5-64F2-4EABB8D95D8E}"/>
              </a:ext>
            </a:extLst>
          </p:cNvPr>
          <p:cNvSpPr txBox="1"/>
          <p:nvPr/>
        </p:nvSpPr>
        <p:spPr>
          <a:xfrm>
            <a:off x="5222827" y="6657945"/>
            <a:ext cx="2587567"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dulwlpaper.blogspot.com/2013/10/plane-images.html">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en-US" sz="700">
              <a:solidFill>
                <a:srgbClr val="FFFFFF"/>
              </a:solidFill>
            </a:endParaRPr>
          </a:p>
        </p:txBody>
      </p:sp>
    </p:spTree>
    <p:extLst>
      <p:ext uri="{BB962C8B-B14F-4D97-AF65-F5344CB8AC3E}">
        <p14:creationId xmlns:p14="http://schemas.microsoft.com/office/powerpoint/2010/main" val="323053289"/>
      </p:ext>
    </p:extLst>
  </p:cSld>
  <p:clrMapOvr>
    <a:masterClrMapping/>
  </p:clrMapOvr>
  <mc:AlternateContent xmlns:mc="http://schemas.openxmlformats.org/markup-compatibility/2006" xmlns:p14="http://schemas.microsoft.com/office/powerpoint/2010/main">
    <mc:Choice Requires="p14">
      <p:transition spd="slow" p14:dur="2000" advTm="1018"/>
    </mc:Choice>
    <mc:Fallback xmlns="">
      <p:transition spd="slow" advTm="101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52A7EA-53CD-A496-DBC6-CBD0BD393B11}"/>
              </a:ext>
            </a:extLst>
          </p:cNvPr>
          <p:cNvPicPr>
            <a:picLocks noChangeAspect="1"/>
          </p:cNvPicPr>
          <p:nvPr/>
        </p:nvPicPr>
        <p:blipFill>
          <a:blip r:embed="rId2"/>
          <a:srcRect t="19299" r="1" b="5450"/>
          <a:stretch>
            <a:fillRect/>
          </a:stretch>
        </p:blipFill>
        <p:spPr>
          <a:xfrm>
            <a:off x="5198408" y="-72000"/>
            <a:ext cx="7084792" cy="7005600"/>
          </a:xfrm>
          <a:prstGeom prst="rect">
            <a:avLst/>
          </a:prstGeom>
          <a:noFill/>
        </p:spPr>
      </p:pic>
      <p:sp>
        <p:nvSpPr>
          <p:cNvPr id="13" name="Date Placeholder 6">
            <a:extLst>
              <a:ext uri="{FF2B5EF4-FFF2-40B4-BE49-F238E27FC236}">
                <a16:creationId xmlns:a16="http://schemas.microsoft.com/office/drawing/2014/main" id="{6B7DB897-AB20-0C72-AB84-9AB58804F687}"/>
              </a:ext>
            </a:extLst>
          </p:cNvPr>
          <p:cNvSpPr>
            <a:spLocks noGrp="1"/>
          </p:cNvSpPr>
          <p:nvPr>
            <p:ph type="dt" sz="half" idx="15"/>
          </p:nvPr>
        </p:nvSpPr>
        <p:spPr>
          <a:xfrm rot="5400000">
            <a:off x="10469880" y="4892040"/>
            <a:ext cx="2670048" cy="365760"/>
          </a:xfrm>
        </p:spPr>
        <p:txBody>
          <a:bodyPr anchor="ctr">
            <a:normAutofit/>
          </a:bodyPr>
          <a:lstStyle/>
          <a:p>
            <a:pPr>
              <a:spcAft>
                <a:spcPts val="600"/>
              </a:spcAft>
            </a:pPr>
            <a:fld id="{E9032EC0-3635-4E84-9DBA-120CF3291268}" type="datetime4">
              <a:rPr lang="en-US" smtClean="0"/>
              <a:pPr>
                <a:spcAft>
                  <a:spcPts val="600"/>
                </a:spcAft>
              </a:pPr>
              <a:t>June 29, 2025</a:t>
            </a:fld>
            <a:endParaRPr lang="en-US" dirty="0"/>
          </a:p>
        </p:txBody>
      </p:sp>
      <p:sp>
        <p:nvSpPr>
          <p:cNvPr id="9" name="Footer Placeholder 4">
            <a:extLst>
              <a:ext uri="{FF2B5EF4-FFF2-40B4-BE49-F238E27FC236}">
                <a16:creationId xmlns:a16="http://schemas.microsoft.com/office/drawing/2014/main" id="{E456AACE-A993-3A86-4F94-EF1D2773A056}"/>
              </a:ext>
            </a:extLst>
          </p:cNvPr>
          <p:cNvSpPr>
            <a:spLocks noGrp="1"/>
          </p:cNvSpPr>
          <p:nvPr>
            <p:ph type="ftr" sz="quarter" idx="16"/>
          </p:nvPr>
        </p:nvSpPr>
        <p:spPr>
          <a:xfrm rot="5400000">
            <a:off x="10469880" y="1609344"/>
            <a:ext cx="2670048" cy="365760"/>
          </a:xfrm>
        </p:spPr>
        <p:txBody>
          <a:bodyPr anchor="ctr">
            <a:normAutofit/>
          </a:bodyPr>
          <a:lstStyle/>
          <a:p>
            <a:pPr>
              <a:spcAft>
                <a:spcPts val="600"/>
              </a:spcAft>
            </a:pPr>
            <a:r>
              <a:rPr lang="en-US" dirty="0"/>
              <a:t>Airline Satisfaction</a:t>
            </a:r>
            <a:endParaRPr lang="en-US"/>
          </a:p>
        </p:txBody>
      </p:sp>
      <p:sp>
        <p:nvSpPr>
          <p:cNvPr id="11" name="Slide Number Placeholder 5">
            <a:extLst>
              <a:ext uri="{FF2B5EF4-FFF2-40B4-BE49-F238E27FC236}">
                <a16:creationId xmlns:a16="http://schemas.microsoft.com/office/drawing/2014/main" id="{75A4958C-AB75-736E-4737-C29500793B6A}"/>
              </a:ext>
            </a:extLst>
          </p:cNvPr>
          <p:cNvSpPr>
            <a:spLocks noGrp="1"/>
          </p:cNvSpPr>
          <p:nvPr>
            <p:ph type="sldNum" sz="quarter" idx="17"/>
          </p:nvPr>
        </p:nvSpPr>
        <p:spPr>
          <a:xfrm>
            <a:off x="11494008" y="3218688"/>
            <a:ext cx="630936" cy="429768"/>
          </a:xfrm>
        </p:spPr>
        <p:txBody>
          <a:bodyPr anchor="ctr">
            <a:normAutofit/>
          </a:bodyPr>
          <a:lstStyle/>
          <a:p>
            <a:pPr>
              <a:spcAft>
                <a:spcPts val="600"/>
              </a:spcAft>
            </a:pPr>
            <a:fld id="{CC057153-B650-4DEB-B370-79DDCFDCE934}" type="slidenum">
              <a:rPr lang="en-US" smtClean="0"/>
              <a:pPr>
                <a:spcAft>
                  <a:spcPts val="600"/>
                </a:spcAft>
              </a:pPr>
              <a:t>2</a:t>
            </a:fld>
            <a:endParaRPr lang="en-US"/>
          </a:p>
        </p:txBody>
      </p:sp>
      <p:sp>
        <p:nvSpPr>
          <p:cNvPr id="3" name="Content Placeholder 2">
            <a:extLst>
              <a:ext uri="{FF2B5EF4-FFF2-40B4-BE49-F238E27FC236}">
                <a16:creationId xmlns:a16="http://schemas.microsoft.com/office/drawing/2014/main" id="{432C04E6-B771-F1FA-85F4-B7984DE55A8E}"/>
              </a:ext>
            </a:extLst>
          </p:cNvPr>
          <p:cNvSpPr>
            <a:spLocks noGrp="1"/>
          </p:cNvSpPr>
          <p:nvPr>
            <p:ph sz="quarter" idx="14"/>
          </p:nvPr>
        </p:nvSpPr>
        <p:spPr>
          <a:xfrm>
            <a:off x="612648" y="2258568"/>
            <a:ext cx="3703320" cy="3840480"/>
          </a:xfrm>
        </p:spPr>
        <p:txBody>
          <a:bodyPr>
            <a:normAutofit/>
          </a:bodyPr>
          <a:lstStyle/>
          <a:p>
            <a:pPr marL="342900" indent="-342900">
              <a:buFont typeface="+mj-lt"/>
              <a:buAutoNum type="arabicPeriod"/>
            </a:pPr>
            <a:r>
              <a:rPr lang="en-US" dirty="0"/>
              <a:t>Business Problem</a:t>
            </a:r>
          </a:p>
          <a:p>
            <a:pPr marL="342900" indent="-342900">
              <a:buFont typeface="+mj-lt"/>
              <a:buAutoNum type="arabicPeriod"/>
            </a:pPr>
            <a:r>
              <a:rPr lang="en-US" dirty="0"/>
              <a:t>Predictive Modeling</a:t>
            </a:r>
          </a:p>
          <a:p>
            <a:pPr marL="342900" indent="-342900">
              <a:buFont typeface="+mj-lt"/>
              <a:buAutoNum type="arabicPeriod"/>
            </a:pPr>
            <a:r>
              <a:rPr lang="en-US" dirty="0"/>
              <a:t>Initial Findings</a:t>
            </a:r>
          </a:p>
          <a:p>
            <a:pPr marL="342900" indent="-342900">
              <a:buFont typeface="+mj-lt"/>
              <a:buAutoNum type="arabicPeriod"/>
            </a:pPr>
            <a:r>
              <a:rPr lang="en-US" dirty="0"/>
              <a:t>Model Results</a:t>
            </a:r>
          </a:p>
          <a:p>
            <a:pPr marL="342900" indent="-342900">
              <a:buFont typeface="+mj-lt"/>
              <a:buAutoNum type="arabicPeriod"/>
            </a:pPr>
            <a:r>
              <a:rPr lang="en-US" dirty="0"/>
              <a:t>Model Validation</a:t>
            </a:r>
          </a:p>
          <a:p>
            <a:pPr marL="342900" indent="-342900">
              <a:buFont typeface="+mj-lt"/>
              <a:buAutoNum type="arabicPeriod"/>
            </a:pPr>
            <a:r>
              <a:rPr lang="en-US" dirty="0"/>
              <a:t>Roadblocks</a:t>
            </a:r>
          </a:p>
          <a:p>
            <a:pPr marL="342900" indent="-342900">
              <a:buFont typeface="+mj-lt"/>
              <a:buAutoNum type="arabicPeriod"/>
            </a:pPr>
            <a:r>
              <a:rPr lang="en-US" dirty="0"/>
              <a:t>Conclusion &amp; Next Steps</a:t>
            </a:r>
          </a:p>
        </p:txBody>
      </p:sp>
      <p:sp>
        <p:nvSpPr>
          <p:cNvPr id="2" name="Title 1">
            <a:extLst>
              <a:ext uri="{FF2B5EF4-FFF2-40B4-BE49-F238E27FC236}">
                <a16:creationId xmlns:a16="http://schemas.microsoft.com/office/drawing/2014/main" id="{93B255C6-1E2E-E4BD-2E9F-B3321C22A292}"/>
              </a:ext>
            </a:extLst>
          </p:cNvPr>
          <p:cNvSpPr>
            <a:spLocks noGrp="1"/>
          </p:cNvSpPr>
          <p:nvPr>
            <p:ph type="title"/>
          </p:nvPr>
        </p:nvSpPr>
        <p:spPr>
          <a:xfrm>
            <a:off x="612648" y="758952"/>
            <a:ext cx="3703320" cy="1143000"/>
          </a:xfrm>
        </p:spPr>
        <p:txBody>
          <a:bodyPr anchor="b">
            <a:normAutofit/>
          </a:bodyPr>
          <a:lstStyle/>
          <a:p>
            <a:r>
              <a:rPr lang="en-US" dirty="0"/>
              <a:t>Agenda</a:t>
            </a:r>
          </a:p>
        </p:txBody>
      </p:sp>
    </p:spTree>
    <p:extLst>
      <p:ext uri="{BB962C8B-B14F-4D97-AF65-F5344CB8AC3E}">
        <p14:creationId xmlns:p14="http://schemas.microsoft.com/office/powerpoint/2010/main" val="4216523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144A5-0283-F980-85F3-EE51746FC4CD}"/>
              </a:ext>
            </a:extLst>
          </p:cNvPr>
          <p:cNvSpPr>
            <a:spLocks noGrp="1"/>
          </p:cNvSpPr>
          <p:nvPr>
            <p:ph type="title"/>
          </p:nvPr>
        </p:nvSpPr>
        <p:spPr>
          <a:xfrm>
            <a:off x="1142752" y="758952"/>
            <a:ext cx="4023147" cy="1143000"/>
          </a:xfrm>
        </p:spPr>
        <p:txBody>
          <a:bodyPr/>
          <a:lstStyle/>
          <a:p>
            <a:pPr algn="ctr"/>
            <a:r>
              <a:rPr lang="en-US" dirty="0"/>
              <a:t>Business Problem</a:t>
            </a:r>
          </a:p>
        </p:txBody>
      </p:sp>
      <p:pic>
        <p:nvPicPr>
          <p:cNvPr id="9" name="Picture Placeholder 8" descr="Aerial view of parked airplane">
            <a:extLst>
              <a:ext uri="{FF2B5EF4-FFF2-40B4-BE49-F238E27FC236}">
                <a16:creationId xmlns:a16="http://schemas.microsoft.com/office/drawing/2014/main" id="{D3972EB3-A1FE-A2C3-D0E4-CAA58D733F1A}"/>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l="15222" r="15222"/>
          <a:stretch>
            <a:fillRect/>
          </a:stretch>
        </p:blipFill>
        <p:spPr>
          <a:xfrm>
            <a:off x="6832800" y="0"/>
            <a:ext cx="5359200" cy="6857999"/>
          </a:xfrm>
        </p:spPr>
      </p:pic>
      <p:sp>
        <p:nvSpPr>
          <p:cNvPr id="11" name="Content Placeholder 10">
            <a:extLst>
              <a:ext uri="{FF2B5EF4-FFF2-40B4-BE49-F238E27FC236}">
                <a16:creationId xmlns:a16="http://schemas.microsoft.com/office/drawing/2014/main" id="{FA0E8255-8C7D-5141-5D83-5D64F31BC12F}"/>
              </a:ext>
            </a:extLst>
          </p:cNvPr>
          <p:cNvSpPr>
            <a:spLocks noGrp="1"/>
          </p:cNvSpPr>
          <p:nvPr>
            <p:ph sz="quarter" idx="14"/>
          </p:nvPr>
        </p:nvSpPr>
        <p:spPr>
          <a:xfrm>
            <a:off x="290624" y="2208168"/>
            <a:ext cx="2756430" cy="3840480"/>
          </a:xfrm>
        </p:spPr>
        <p:txBody>
          <a:bodyPr>
            <a:normAutofit/>
          </a:bodyPr>
          <a:lstStyle/>
          <a:p>
            <a:pPr lvl="0"/>
            <a:r>
              <a:rPr lang="en-US" dirty="0"/>
              <a:t>Customer dissatisfaction will lead to reduced service usage, a declining share mix, and revenue losses</a:t>
            </a:r>
          </a:p>
        </p:txBody>
      </p:sp>
      <p:sp>
        <p:nvSpPr>
          <p:cNvPr id="13" name="Content Placeholder 10">
            <a:extLst>
              <a:ext uri="{FF2B5EF4-FFF2-40B4-BE49-F238E27FC236}">
                <a16:creationId xmlns:a16="http://schemas.microsoft.com/office/drawing/2014/main" id="{9C2B7959-F6A3-7CDB-B280-8F15E31751D3}"/>
              </a:ext>
            </a:extLst>
          </p:cNvPr>
          <p:cNvSpPr txBox="1">
            <a:spLocks/>
          </p:cNvSpPr>
          <p:nvPr/>
        </p:nvSpPr>
        <p:spPr>
          <a:xfrm>
            <a:off x="3261600" y="2208168"/>
            <a:ext cx="2648952" cy="3840480"/>
          </a:xfrm>
          <a:prstGeom prst="rect">
            <a:avLst/>
          </a:prstGeom>
        </p:spPr>
        <p:txBody>
          <a:bodyPr vert="horz" lIns="91440" tIns="45720" rIns="91440" bIns="45720" rtlCol="0">
            <a:normAutofit fontScale="77500" lnSpcReduction="20000"/>
          </a:bodyPr>
          <a:lstStyle>
            <a:lvl1pPr marL="0" indent="0" algn="l" defTabSz="914400" rtl="0" eaLnBrk="1" latinLnBrk="0" hangingPunct="1">
              <a:lnSpc>
                <a:spcPct val="130000"/>
              </a:lnSpc>
              <a:spcBef>
                <a:spcPts val="1000"/>
              </a:spcBef>
              <a:buFont typeface="Arial" panose="020B0604020202020204" pitchFamily="34" charset="0"/>
              <a:buNone/>
              <a:defRPr lang="en-US" sz="18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6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2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dirty="0"/>
              <a:t>Ho (null): There’s no significant relationship between arrival or departure delays and customer satisfaction.</a:t>
            </a:r>
          </a:p>
          <a:p>
            <a:pPr lvl="0"/>
            <a:r>
              <a:rPr lang="en-US" dirty="0"/>
              <a:t>Ha (alt): Arrival or departure delays negatively impact on customer satisfaction.</a:t>
            </a:r>
          </a:p>
          <a:p>
            <a:pPr lvl="0"/>
            <a:r>
              <a:rPr lang="en-US" dirty="0"/>
              <a:t>Ho2: There’s no significant difference in satisfaction among the customer classes.</a:t>
            </a:r>
          </a:p>
          <a:p>
            <a:pPr lvl="0"/>
            <a:r>
              <a:rPr lang="en-US" dirty="0"/>
              <a:t>Ha2: Customer satisfaction differs among the three classes.</a:t>
            </a:r>
          </a:p>
        </p:txBody>
      </p:sp>
      <p:cxnSp>
        <p:nvCxnSpPr>
          <p:cNvPr id="15" name="Straight Connector 14">
            <a:extLst>
              <a:ext uri="{FF2B5EF4-FFF2-40B4-BE49-F238E27FC236}">
                <a16:creationId xmlns:a16="http://schemas.microsoft.com/office/drawing/2014/main" id="{62429C80-D729-7EAD-4A70-942A6701F885}"/>
              </a:ext>
            </a:extLst>
          </p:cNvPr>
          <p:cNvCxnSpPr/>
          <p:nvPr/>
        </p:nvCxnSpPr>
        <p:spPr>
          <a:xfrm>
            <a:off x="3154326" y="1901952"/>
            <a:ext cx="0" cy="4895797"/>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313450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31DF7-6818-6253-92FC-48CBCE791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F41C05-51CC-4C2F-CC8D-578E1922AA51}"/>
              </a:ext>
            </a:extLst>
          </p:cNvPr>
          <p:cNvSpPr>
            <a:spLocks noGrp="1"/>
          </p:cNvSpPr>
          <p:nvPr>
            <p:ph type="title"/>
          </p:nvPr>
        </p:nvSpPr>
        <p:spPr>
          <a:xfrm>
            <a:off x="6042839" y="595919"/>
            <a:ext cx="5467528" cy="1143000"/>
          </a:xfrm>
        </p:spPr>
        <p:txBody>
          <a:bodyPr/>
          <a:lstStyle/>
          <a:p>
            <a:pPr algn="ctr"/>
            <a:r>
              <a:rPr lang="en-US" dirty="0"/>
              <a:t>Predictive modeling</a:t>
            </a:r>
          </a:p>
        </p:txBody>
      </p:sp>
      <p:sp>
        <p:nvSpPr>
          <p:cNvPr id="11" name="Content Placeholder 10">
            <a:extLst>
              <a:ext uri="{FF2B5EF4-FFF2-40B4-BE49-F238E27FC236}">
                <a16:creationId xmlns:a16="http://schemas.microsoft.com/office/drawing/2014/main" id="{82447A60-B279-0830-DB6A-FA0AE70A8015}"/>
              </a:ext>
            </a:extLst>
          </p:cNvPr>
          <p:cNvSpPr>
            <a:spLocks noGrp="1"/>
          </p:cNvSpPr>
          <p:nvPr>
            <p:ph sz="quarter" idx="14"/>
          </p:nvPr>
        </p:nvSpPr>
        <p:spPr>
          <a:xfrm>
            <a:off x="9093770" y="2197535"/>
            <a:ext cx="3048167" cy="3840480"/>
          </a:xfrm>
        </p:spPr>
        <p:txBody>
          <a:bodyPr>
            <a:normAutofit/>
          </a:bodyPr>
          <a:lstStyle/>
          <a:p>
            <a:pPr lvl="0"/>
            <a:r>
              <a:rPr lang="en-US" b="1" dirty="0"/>
              <a:t>Binary Logistic Regression:</a:t>
            </a:r>
          </a:p>
          <a:p>
            <a:pPr marL="285750" lvl="0" indent="-285750">
              <a:buFont typeface="Arial" panose="020B0604020202020204" pitchFamily="34" charset="0"/>
              <a:buChar char="•"/>
            </a:pPr>
            <a:r>
              <a:rPr lang="en-US" dirty="0"/>
              <a:t>Predicts likelihood of a customer being satisfied or not</a:t>
            </a:r>
          </a:p>
          <a:p>
            <a:pPr marL="285750" lvl="0" indent="-285750">
              <a:buFont typeface="Arial" panose="020B0604020202020204" pitchFamily="34" charset="0"/>
              <a:buChar char="•"/>
            </a:pPr>
            <a:r>
              <a:rPr lang="en-US" dirty="0"/>
              <a:t>Helps prioritize improvements for independent variables</a:t>
            </a:r>
          </a:p>
          <a:p>
            <a:pPr marL="285750" lvl="0" indent="-285750">
              <a:buFont typeface="Arial" panose="020B0604020202020204" pitchFamily="34" charset="0"/>
              <a:buChar char="•"/>
            </a:pPr>
            <a:endParaRPr lang="en-US" dirty="0"/>
          </a:p>
        </p:txBody>
      </p:sp>
      <p:sp>
        <p:nvSpPr>
          <p:cNvPr id="13" name="Content Placeholder 10">
            <a:extLst>
              <a:ext uri="{FF2B5EF4-FFF2-40B4-BE49-F238E27FC236}">
                <a16:creationId xmlns:a16="http://schemas.microsoft.com/office/drawing/2014/main" id="{FA75AC91-5491-52E8-0BD4-EB41065501DD}"/>
              </a:ext>
            </a:extLst>
          </p:cNvPr>
          <p:cNvSpPr txBox="1">
            <a:spLocks/>
          </p:cNvSpPr>
          <p:nvPr/>
        </p:nvSpPr>
        <p:spPr>
          <a:xfrm>
            <a:off x="8861414" y="2045135"/>
            <a:ext cx="2648952" cy="3840480"/>
          </a:xfrm>
          <a:prstGeom prst="rect">
            <a:avLst/>
          </a:prstGeom>
        </p:spPr>
        <p:txBody>
          <a:bodyPr vert="horz" lIns="91440" tIns="45720" rIns="91440" bIns="45720" rtlCol="0">
            <a:normAutofit/>
          </a:bodyPr>
          <a:lstStyle>
            <a:lvl1pPr marL="0" indent="0" algn="l" defTabSz="914400" rtl="0" eaLnBrk="1" latinLnBrk="0" hangingPunct="1">
              <a:lnSpc>
                <a:spcPct val="130000"/>
              </a:lnSpc>
              <a:spcBef>
                <a:spcPts val="1000"/>
              </a:spcBef>
              <a:buFont typeface="Arial" panose="020B0604020202020204" pitchFamily="34" charset="0"/>
              <a:buNone/>
              <a:defRPr lang="en-US" sz="18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6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2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endParaRPr lang="en-US" dirty="0"/>
          </a:p>
        </p:txBody>
      </p:sp>
      <p:cxnSp>
        <p:nvCxnSpPr>
          <p:cNvPr id="15" name="Straight Connector 14">
            <a:extLst>
              <a:ext uri="{FF2B5EF4-FFF2-40B4-BE49-F238E27FC236}">
                <a16:creationId xmlns:a16="http://schemas.microsoft.com/office/drawing/2014/main" id="{CB51B11A-AE8C-E855-B96D-D2B2C49FFC0C}"/>
              </a:ext>
            </a:extLst>
          </p:cNvPr>
          <p:cNvCxnSpPr>
            <a:cxnSpLocks/>
          </p:cNvCxnSpPr>
          <p:nvPr/>
        </p:nvCxnSpPr>
        <p:spPr>
          <a:xfrm>
            <a:off x="8870315" y="1738919"/>
            <a:ext cx="0" cy="5119081"/>
          </a:xfrm>
          <a:prstGeom prst="line">
            <a:avLst/>
          </a:prstGeom>
        </p:spPr>
        <p:style>
          <a:lnRef idx="2">
            <a:schemeClr val="dk1"/>
          </a:lnRef>
          <a:fillRef idx="0">
            <a:schemeClr val="dk1"/>
          </a:fillRef>
          <a:effectRef idx="1">
            <a:schemeClr val="dk1"/>
          </a:effectRef>
          <a:fontRef idx="minor">
            <a:schemeClr val="tx1"/>
          </a:fontRef>
        </p:style>
      </p:cxnSp>
      <p:pic>
        <p:nvPicPr>
          <p:cNvPr id="5" name="Picture Placeholder 4">
            <a:extLst>
              <a:ext uri="{FF2B5EF4-FFF2-40B4-BE49-F238E27FC236}">
                <a16:creationId xmlns:a16="http://schemas.microsoft.com/office/drawing/2014/main" id="{403DC3CA-B641-FB31-DDA0-46A94B6FD6E0}"/>
              </a:ext>
            </a:extLst>
          </p:cNvPr>
          <p:cNvPicPr>
            <a:picLocks noGrp="1" noChangeAspect="1"/>
          </p:cNvPicPr>
          <p:nvPr>
            <p:ph type="pic" sz="quarter" idx="18"/>
          </p:nvPr>
        </p:nvPicPr>
        <p:blipFill>
          <a:blip r:embed="rId3"/>
          <a:srcRect t="4765" b="4765"/>
          <a:stretch>
            <a:fillRect/>
          </a:stretch>
        </p:blipFill>
        <p:spPr>
          <a:xfrm>
            <a:off x="0" y="0"/>
            <a:ext cx="5691188" cy="6858000"/>
          </a:xfrm>
        </p:spPr>
      </p:pic>
      <p:sp>
        <p:nvSpPr>
          <p:cNvPr id="6" name="Content Placeholder 10">
            <a:extLst>
              <a:ext uri="{FF2B5EF4-FFF2-40B4-BE49-F238E27FC236}">
                <a16:creationId xmlns:a16="http://schemas.microsoft.com/office/drawing/2014/main" id="{95B6841E-1C97-8F00-435D-0EF5093C9415}"/>
              </a:ext>
            </a:extLst>
          </p:cNvPr>
          <p:cNvSpPr txBox="1">
            <a:spLocks/>
          </p:cNvSpPr>
          <p:nvPr/>
        </p:nvSpPr>
        <p:spPr>
          <a:xfrm>
            <a:off x="5914641" y="2197535"/>
            <a:ext cx="2604023" cy="3840480"/>
          </a:xfrm>
          <a:prstGeom prst="rect">
            <a:avLst/>
          </a:prstGeom>
        </p:spPr>
        <p:txBody>
          <a:bodyPr vert="horz" lIns="91440" tIns="45720" rIns="91440" bIns="45720" rtlCol="0">
            <a:normAutofit/>
          </a:bodyPr>
          <a:lstStyle>
            <a:lvl1pPr marL="0" indent="0" algn="l" defTabSz="914400" rtl="0" eaLnBrk="1" latinLnBrk="0" hangingPunct="1">
              <a:lnSpc>
                <a:spcPct val="130000"/>
              </a:lnSpc>
              <a:spcBef>
                <a:spcPts val="1000"/>
              </a:spcBef>
              <a:buFont typeface="Arial" panose="020B0604020202020204" pitchFamily="34" charset="0"/>
              <a:buNone/>
              <a:defRPr lang="en-US" sz="18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6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2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Linear Regression:</a:t>
            </a:r>
          </a:p>
          <a:p>
            <a:pPr marL="285750" indent="-285750">
              <a:buFont typeface="Arial" panose="020B0604020202020204" pitchFamily="34" charset="0"/>
              <a:buChar char="•"/>
            </a:pPr>
            <a:r>
              <a:rPr lang="en-US" dirty="0"/>
              <a:t>Determines which variables will predict customer satisfaction</a:t>
            </a:r>
          </a:p>
          <a:p>
            <a:endParaRPr lang="en-US" dirty="0"/>
          </a:p>
        </p:txBody>
      </p:sp>
      <p:cxnSp>
        <p:nvCxnSpPr>
          <p:cNvPr id="4" name="Straight Connector 3">
            <a:extLst>
              <a:ext uri="{FF2B5EF4-FFF2-40B4-BE49-F238E27FC236}">
                <a16:creationId xmlns:a16="http://schemas.microsoft.com/office/drawing/2014/main" id="{589B9C53-533C-2254-6C77-1B7F20EB769F}"/>
              </a:ext>
            </a:extLst>
          </p:cNvPr>
          <p:cNvCxnSpPr>
            <a:cxnSpLocks/>
          </p:cNvCxnSpPr>
          <p:nvPr/>
        </p:nvCxnSpPr>
        <p:spPr>
          <a:xfrm>
            <a:off x="5691188" y="1738919"/>
            <a:ext cx="6500812"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70009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750E1-014E-2F32-5FE0-025C27322ADF}"/>
              </a:ext>
            </a:extLst>
          </p:cNvPr>
          <p:cNvSpPr>
            <a:spLocks noGrp="1"/>
          </p:cNvSpPr>
          <p:nvPr>
            <p:ph type="title"/>
          </p:nvPr>
        </p:nvSpPr>
        <p:spPr>
          <a:xfrm>
            <a:off x="548640" y="548640"/>
            <a:ext cx="3401060" cy="524510"/>
          </a:xfrm>
        </p:spPr>
        <p:txBody>
          <a:bodyPr>
            <a:normAutofit fontScale="90000"/>
          </a:bodyPr>
          <a:lstStyle/>
          <a:p>
            <a:r>
              <a:rPr lang="en-US" dirty="0"/>
              <a:t>Initial Findings</a:t>
            </a:r>
          </a:p>
        </p:txBody>
      </p:sp>
      <p:pic>
        <p:nvPicPr>
          <p:cNvPr id="6" name="Picture 5">
            <a:extLst>
              <a:ext uri="{FF2B5EF4-FFF2-40B4-BE49-F238E27FC236}">
                <a16:creationId xmlns:a16="http://schemas.microsoft.com/office/drawing/2014/main" id="{8C3CFE76-59A5-2060-834E-E295B5CD9C07}"/>
              </a:ext>
            </a:extLst>
          </p:cNvPr>
          <p:cNvPicPr>
            <a:picLocks noChangeAspect="1"/>
          </p:cNvPicPr>
          <p:nvPr/>
        </p:nvPicPr>
        <p:blipFill>
          <a:blip r:embed="rId3"/>
          <a:stretch>
            <a:fillRect/>
          </a:stretch>
        </p:blipFill>
        <p:spPr>
          <a:xfrm>
            <a:off x="5308813" y="32750"/>
            <a:ext cx="6807369" cy="36689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F8115B42-CB0D-6168-AF1D-1DB3B32408C3}"/>
              </a:ext>
            </a:extLst>
          </p:cNvPr>
          <p:cNvPicPr>
            <a:picLocks noChangeAspect="1"/>
          </p:cNvPicPr>
          <p:nvPr/>
        </p:nvPicPr>
        <p:blipFill>
          <a:blip r:embed="rId4"/>
          <a:stretch>
            <a:fillRect/>
          </a:stretch>
        </p:blipFill>
        <p:spPr>
          <a:xfrm>
            <a:off x="5308814" y="3791095"/>
            <a:ext cx="6807370" cy="30685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B9DBE109-8F50-12BF-BB3E-5C1C26AAF33F}"/>
              </a:ext>
            </a:extLst>
          </p:cNvPr>
          <p:cNvSpPr txBox="1"/>
          <p:nvPr/>
        </p:nvSpPr>
        <p:spPr>
          <a:xfrm>
            <a:off x="659219" y="1190847"/>
            <a:ext cx="3108960" cy="4801314"/>
          </a:xfrm>
          <a:prstGeom prst="rect">
            <a:avLst/>
          </a:prstGeom>
          <a:noFill/>
        </p:spPr>
        <p:txBody>
          <a:bodyPr wrap="square" rtlCol="0">
            <a:spAutoFit/>
          </a:bodyPr>
          <a:lstStyle/>
          <a:p>
            <a:r>
              <a:rPr lang="en-US" dirty="0"/>
              <a:t>Count Chart</a:t>
            </a:r>
          </a:p>
          <a:p>
            <a:pPr marL="285750" indent="-285750">
              <a:buFont typeface="Arial" panose="020B0604020202020204" pitchFamily="34" charset="0"/>
              <a:buChar char="•"/>
            </a:pPr>
            <a:r>
              <a:rPr lang="en-US" dirty="0"/>
              <a:t>Business class is the most satisfied</a:t>
            </a:r>
          </a:p>
          <a:p>
            <a:pPr marL="285750" indent="-285750">
              <a:buFont typeface="Arial" panose="020B0604020202020204" pitchFamily="34" charset="0"/>
              <a:buChar char="•"/>
            </a:pPr>
            <a:r>
              <a:rPr lang="en-US" dirty="0"/>
              <a:t>Eco and Business class make up ~92% of customers</a:t>
            </a:r>
          </a:p>
          <a:p>
            <a:endParaRPr lang="en-US" dirty="0"/>
          </a:p>
          <a:p>
            <a:endParaRPr lang="en-US" dirty="0"/>
          </a:p>
          <a:p>
            <a:endParaRPr lang="en-US" dirty="0"/>
          </a:p>
          <a:p>
            <a:r>
              <a:rPr lang="en-US" dirty="0"/>
              <a:t>Correlation Chart</a:t>
            </a:r>
          </a:p>
          <a:p>
            <a:pPr marL="285750" indent="-285750">
              <a:buFont typeface="Arial" panose="020B0604020202020204" pitchFamily="34" charset="0"/>
              <a:buChar char="•"/>
            </a:pPr>
            <a:r>
              <a:rPr lang="en-US" dirty="0"/>
              <a:t>Arrival delay has a greater effect on dissatisfaction than departure</a:t>
            </a:r>
          </a:p>
          <a:p>
            <a:pPr marL="285750" indent="-285750">
              <a:buFont typeface="Arial" panose="020B0604020202020204" pitchFamily="34" charset="0"/>
              <a:buChar char="•"/>
            </a:pPr>
            <a:r>
              <a:rPr lang="en-US" dirty="0"/>
              <a:t>Eco and Eco Plus classes are generally dissatisfied</a:t>
            </a:r>
          </a:p>
          <a:p>
            <a:pPr marL="285750" indent="-285750">
              <a:buFont typeface="Arial" panose="020B0604020202020204" pitchFamily="34" charset="0"/>
              <a:buChar char="•"/>
            </a:pPr>
            <a:r>
              <a:rPr lang="en-US" dirty="0"/>
              <a:t>Classes have a larger influence than delays</a:t>
            </a:r>
          </a:p>
        </p:txBody>
      </p:sp>
    </p:spTree>
    <p:extLst>
      <p:ext uri="{BB962C8B-B14F-4D97-AF65-F5344CB8AC3E}">
        <p14:creationId xmlns:p14="http://schemas.microsoft.com/office/powerpoint/2010/main" val="187927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2">
            <a:extLst>
              <a:ext uri="{FF2B5EF4-FFF2-40B4-BE49-F238E27FC236}">
                <a16:creationId xmlns:a16="http://schemas.microsoft.com/office/drawing/2014/main" id="{7F70BDCB-7003-083C-E5BF-48B55282A1EB}"/>
              </a:ext>
            </a:extLst>
          </p:cNvPr>
          <p:cNvSpPr>
            <a:spLocks noGrp="1"/>
          </p:cNvSpPr>
          <p:nvPr>
            <p:ph type="ftr" sz="quarter" idx="11"/>
          </p:nvPr>
        </p:nvSpPr>
        <p:spPr/>
        <p:txBody>
          <a:bodyPr/>
          <a:lstStyle/>
          <a:p>
            <a:pPr>
              <a:spcAft>
                <a:spcPts val="600"/>
              </a:spcAft>
            </a:pPr>
            <a:r>
              <a:rPr lang="en-US" dirty="0"/>
              <a:t>Airline Satisfaction</a:t>
            </a:r>
          </a:p>
        </p:txBody>
      </p:sp>
      <p:sp>
        <p:nvSpPr>
          <p:cNvPr id="11" name="Slide Number Placeholder 3">
            <a:extLst>
              <a:ext uri="{FF2B5EF4-FFF2-40B4-BE49-F238E27FC236}">
                <a16:creationId xmlns:a16="http://schemas.microsoft.com/office/drawing/2014/main" id="{589015CE-F767-2DDF-A485-A0503712B8E9}"/>
              </a:ext>
            </a:extLst>
          </p:cNvPr>
          <p:cNvSpPr>
            <a:spLocks noGrp="1"/>
          </p:cNvSpPr>
          <p:nvPr>
            <p:ph type="sldNum" sz="quarter" idx="12"/>
          </p:nvPr>
        </p:nvSpPr>
        <p:spPr/>
        <p:txBody>
          <a:bodyPr/>
          <a:lstStyle/>
          <a:p>
            <a:pPr>
              <a:spcAft>
                <a:spcPts val="600"/>
              </a:spcAft>
            </a:pPr>
            <a:fld id="{CC057153-B650-4DEB-B370-79DDCFDCE934}" type="slidenum">
              <a:rPr lang="en-US" smtClean="0"/>
              <a:pPr>
                <a:spcAft>
                  <a:spcPts val="600"/>
                </a:spcAft>
              </a:pPr>
              <a:t>6</a:t>
            </a:fld>
            <a:endParaRPr lang="en-US"/>
          </a:p>
        </p:txBody>
      </p:sp>
      <p:sp>
        <p:nvSpPr>
          <p:cNvPr id="7" name="Date Placeholder 1">
            <a:extLst>
              <a:ext uri="{FF2B5EF4-FFF2-40B4-BE49-F238E27FC236}">
                <a16:creationId xmlns:a16="http://schemas.microsoft.com/office/drawing/2014/main" id="{A6D6990F-A3CC-898D-4C99-834345EC0D93}"/>
              </a:ext>
            </a:extLst>
          </p:cNvPr>
          <p:cNvSpPr>
            <a:spLocks noGrp="1"/>
          </p:cNvSpPr>
          <p:nvPr>
            <p:ph type="dt" sz="half" idx="10"/>
          </p:nvPr>
        </p:nvSpPr>
        <p:spPr/>
        <p:txBody>
          <a:bodyPr/>
          <a:lstStyle/>
          <a:p>
            <a:pPr>
              <a:spcAft>
                <a:spcPts val="600"/>
              </a:spcAft>
            </a:pPr>
            <a:fld id="{EEE2A7A0-B9EE-41A8-8016-28E5803F20B2}" type="datetime1">
              <a:rPr lang="en-US" smtClean="0"/>
              <a:pPr>
                <a:spcAft>
                  <a:spcPts val="600"/>
                </a:spcAft>
              </a:pPr>
              <a:t>6/29/2025</a:t>
            </a:fld>
            <a:endParaRPr lang="en-US"/>
          </a:p>
        </p:txBody>
      </p:sp>
      <p:sp>
        <p:nvSpPr>
          <p:cNvPr id="2" name="Title 1">
            <a:extLst>
              <a:ext uri="{FF2B5EF4-FFF2-40B4-BE49-F238E27FC236}">
                <a16:creationId xmlns:a16="http://schemas.microsoft.com/office/drawing/2014/main" id="{EC22F81C-2BD8-A4FA-1C47-752CDA28131D}"/>
              </a:ext>
            </a:extLst>
          </p:cNvPr>
          <p:cNvSpPr>
            <a:spLocks noGrp="1"/>
          </p:cNvSpPr>
          <p:nvPr>
            <p:ph type="ctrTitle" idx="4294967295"/>
          </p:nvPr>
        </p:nvSpPr>
        <p:spPr>
          <a:xfrm>
            <a:off x="0" y="171450"/>
            <a:ext cx="9169400" cy="1090613"/>
          </a:xfrm>
        </p:spPr>
        <p:txBody>
          <a:bodyPr anchor="b">
            <a:noAutofit/>
          </a:bodyPr>
          <a:lstStyle/>
          <a:p>
            <a:r>
              <a:rPr lang="en-US" sz="4800" dirty="0"/>
              <a:t>Model Results</a:t>
            </a:r>
          </a:p>
        </p:txBody>
      </p:sp>
      <p:pic>
        <p:nvPicPr>
          <p:cNvPr id="1026" name="Picture 2" descr="ROC Curve for Model">
            <a:extLst>
              <a:ext uri="{FF2B5EF4-FFF2-40B4-BE49-F238E27FC236}">
                <a16:creationId xmlns:a16="http://schemas.microsoft.com/office/drawing/2014/main" id="{EC7119DA-A615-B419-93FF-FFFA4CB119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9014" y="1541018"/>
            <a:ext cx="4794634" cy="47946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AF40C35-C3CC-AB4C-600B-793BDB2AF57D}"/>
              </a:ext>
            </a:extLst>
          </p:cNvPr>
          <p:cNvPicPr>
            <a:picLocks noChangeAspect="1"/>
          </p:cNvPicPr>
          <p:nvPr/>
        </p:nvPicPr>
        <p:blipFill>
          <a:blip r:embed="rId4"/>
          <a:stretch>
            <a:fillRect/>
          </a:stretch>
        </p:blipFill>
        <p:spPr>
          <a:xfrm>
            <a:off x="287037" y="4066166"/>
            <a:ext cx="6015238" cy="22694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15" name="Straight Connector 14">
            <a:extLst>
              <a:ext uri="{FF2B5EF4-FFF2-40B4-BE49-F238E27FC236}">
                <a16:creationId xmlns:a16="http://schemas.microsoft.com/office/drawing/2014/main" id="{5D4B1348-3B35-4C30-FCAB-607C05838B44}"/>
              </a:ext>
            </a:extLst>
          </p:cNvPr>
          <p:cNvCxnSpPr>
            <a:cxnSpLocks/>
          </p:cNvCxnSpPr>
          <p:nvPr/>
        </p:nvCxnSpPr>
        <p:spPr>
          <a:xfrm>
            <a:off x="89377" y="1106967"/>
            <a:ext cx="4675128"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0F1E2D0E-E1E6-102D-9B73-78EC31FB76F8}"/>
                  </a:ext>
                </a:extLst>
              </p14:cNvPr>
              <p14:cNvContentPartPr/>
              <p14:nvPr/>
            </p14:nvContentPartPr>
            <p14:xfrm>
              <a:off x="4825740" y="5225770"/>
              <a:ext cx="1257120" cy="83160"/>
            </p14:xfrm>
          </p:contentPart>
        </mc:Choice>
        <mc:Fallback xmlns="">
          <p:pic>
            <p:nvPicPr>
              <p:cNvPr id="3" name="Ink 2">
                <a:extLst>
                  <a:ext uri="{FF2B5EF4-FFF2-40B4-BE49-F238E27FC236}">
                    <a16:creationId xmlns:a16="http://schemas.microsoft.com/office/drawing/2014/main" id="{0F1E2D0E-E1E6-102D-9B73-78EC31FB76F8}"/>
                  </a:ext>
                </a:extLst>
              </p:cNvPr>
              <p:cNvPicPr/>
              <p:nvPr/>
            </p:nvPicPr>
            <p:blipFill>
              <a:blip r:embed="rId6"/>
              <a:stretch>
                <a:fillRect/>
              </a:stretch>
            </p:blipFill>
            <p:spPr>
              <a:xfrm>
                <a:off x="4771740" y="5118130"/>
                <a:ext cx="136476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2572C813-24D2-C202-E45E-56023CC71CCF}"/>
                  </a:ext>
                </a:extLst>
              </p14:cNvPr>
              <p14:cNvContentPartPr/>
              <p14:nvPr/>
            </p14:nvContentPartPr>
            <p14:xfrm>
              <a:off x="9969420" y="1898290"/>
              <a:ext cx="640800" cy="360"/>
            </p14:xfrm>
          </p:contentPart>
        </mc:Choice>
        <mc:Fallback xmlns="">
          <p:pic>
            <p:nvPicPr>
              <p:cNvPr id="4" name="Ink 3">
                <a:extLst>
                  <a:ext uri="{FF2B5EF4-FFF2-40B4-BE49-F238E27FC236}">
                    <a16:creationId xmlns:a16="http://schemas.microsoft.com/office/drawing/2014/main" id="{2572C813-24D2-C202-E45E-56023CC71CCF}"/>
                  </a:ext>
                </a:extLst>
              </p:cNvPr>
              <p:cNvPicPr/>
              <p:nvPr/>
            </p:nvPicPr>
            <p:blipFill>
              <a:blip r:embed="rId8"/>
              <a:stretch>
                <a:fillRect/>
              </a:stretch>
            </p:blipFill>
            <p:spPr>
              <a:xfrm>
                <a:off x="9915780" y="1790650"/>
                <a:ext cx="7484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07B2F792-4F96-99E4-7564-A3E631D18AA8}"/>
                  </a:ext>
                </a:extLst>
              </p14:cNvPr>
              <p14:cNvContentPartPr/>
              <p14:nvPr/>
            </p14:nvContentPartPr>
            <p14:xfrm>
              <a:off x="5746620" y="2717650"/>
              <a:ext cx="464400" cy="30960"/>
            </p14:xfrm>
          </p:contentPart>
        </mc:Choice>
        <mc:Fallback xmlns="">
          <p:pic>
            <p:nvPicPr>
              <p:cNvPr id="5" name="Ink 4">
                <a:extLst>
                  <a:ext uri="{FF2B5EF4-FFF2-40B4-BE49-F238E27FC236}">
                    <a16:creationId xmlns:a16="http://schemas.microsoft.com/office/drawing/2014/main" id="{07B2F792-4F96-99E4-7564-A3E631D18AA8}"/>
                  </a:ext>
                </a:extLst>
              </p:cNvPr>
              <p:cNvPicPr/>
              <p:nvPr/>
            </p:nvPicPr>
            <p:blipFill>
              <a:blip r:embed="rId10"/>
              <a:stretch>
                <a:fillRect/>
              </a:stretch>
            </p:blipFill>
            <p:spPr>
              <a:xfrm>
                <a:off x="5740500" y="2711530"/>
                <a:ext cx="476640" cy="43200"/>
              </a:xfrm>
              <a:prstGeom prst="rect">
                <a:avLst/>
              </a:prstGeom>
            </p:spPr>
          </p:pic>
        </mc:Fallback>
      </mc:AlternateContent>
      <p:pic>
        <p:nvPicPr>
          <p:cNvPr id="14" name="Picture 13">
            <a:extLst>
              <a:ext uri="{FF2B5EF4-FFF2-40B4-BE49-F238E27FC236}">
                <a16:creationId xmlns:a16="http://schemas.microsoft.com/office/drawing/2014/main" id="{0FE75559-0693-1D77-4366-1D14236D1E71}"/>
              </a:ext>
            </a:extLst>
          </p:cNvPr>
          <p:cNvPicPr>
            <a:picLocks noChangeAspect="1"/>
          </p:cNvPicPr>
          <p:nvPr/>
        </p:nvPicPr>
        <p:blipFill>
          <a:blip r:embed="rId11"/>
          <a:stretch>
            <a:fillRect/>
          </a:stretch>
        </p:blipFill>
        <p:spPr>
          <a:xfrm>
            <a:off x="287037" y="1524658"/>
            <a:ext cx="6024831" cy="23859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98690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79F20-7FE0-9464-CC8C-AAB74EE175D5}"/>
              </a:ext>
            </a:extLst>
          </p:cNvPr>
          <p:cNvSpPr>
            <a:spLocks noGrp="1"/>
          </p:cNvSpPr>
          <p:nvPr>
            <p:ph type="title"/>
          </p:nvPr>
        </p:nvSpPr>
        <p:spPr>
          <a:xfrm>
            <a:off x="4782312" y="603504"/>
            <a:ext cx="6464808" cy="1307592"/>
          </a:xfrm>
        </p:spPr>
        <p:txBody>
          <a:bodyPr anchor="b">
            <a:normAutofit/>
          </a:bodyPr>
          <a:lstStyle/>
          <a:p>
            <a:r>
              <a:rPr lang="en-US"/>
              <a:t>Model Evaluation</a:t>
            </a:r>
          </a:p>
        </p:txBody>
      </p:sp>
      <p:pic>
        <p:nvPicPr>
          <p:cNvPr id="7" name="Picture Placeholder 6" descr="Shadow of plane flying over blue water">
            <a:extLst>
              <a:ext uri="{FF2B5EF4-FFF2-40B4-BE49-F238E27FC236}">
                <a16:creationId xmlns:a16="http://schemas.microsoft.com/office/drawing/2014/main" id="{A0732A11-6DAB-4A17-E457-DBAF8ADAD261}"/>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27850" r="27850"/>
          <a:stretch>
            <a:fillRect/>
          </a:stretch>
        </p:blipFill>
        <p:spPr>
          <a:xfrm>
            <a:off x="20" y="10"/>
            <a:ext cx="4050772" cy="6857990"/>
          </a:xfrm>
          <a:noFill/>
        </p:spPr>
      </p:pic>
      <p:sp>
        <p:nvSpPr>
          <p:cNvPr id="4" name="Content Placeholder 3">
            <a:extLst>
              <a:ext uri="{FF2B5EF4-FFF2-40B4-BE49-F238E27FC236}">
                <a16:creationId xmlns:a16="http://schemas.microsoft.com/office/drawing/2014/main" id="{A8072345-EDED-4266-CFF8-650FF0BB1E47}"/>
              </a:ext>
            </a:extLst>
          </p:cNvPr>
          <p:cNvSpPr>
            <a:spLocks noGrp="1"/>
          </p:cNvSpPr>
          <p:nvPr>
            <p:ph sz="quarter" idx="14"/>
          </p:nvPr>
        </p:nvSpPr>
        <p:spPr>
          <a:xfrm>
            <a:off x="4782312" y="2258568"/>
            <a:ext cx="6464808" cy="3995928"/>
          </a:xfrm>
        </p:spPr>
        <p:txBody>
          <a:bodyPr>
            <a:normAutofit fontScale="77500" lnSpcReduction="20000"/>
          </a:bodyPr>
          <a:lstStyle/>
          <a:p>
            <a:pPr marL="0" indent="0">
              <a:lnSpc>
                <a:spcPct val="120000"/>
              </a:lnSpc>
              <a:buNone/>
            </a:pPr>
            <a:r>
              <a:rPr lang="en-US" sz="2600" b="1" dirty="0"/>
              <a:t>AIC </a:t>
            </a:r>
            <a:r>
              <a:rPr lang="en-US" sz="2600" dirty="0"/>
              <a:t>(generally lower is better)</a:t>
            </a:r>
          </a:p>
          <a:p>
            <a:pPr marL="0" indent="0">
              <a:lnSpc>
                <a:spcPct val="120000"/>
              </a:lnSpc>
              <a:spcBef>
                <a:spcPts val="0"/>
              </a:spcBef>
              <a:spcAft>
                <a:spcPts val="1000"/>
              </a:spcAft>
              <a:buNone/>
            </a:pPr>
            <a:r>
              <a:rPr lang="en-US" sz="2600" dirty="0"/>
              <a:t>- Intercept: 35509</a:t>
            </a:r>
          </a:p>
          <a:p>
            <a:pPr marL="0" indent="0">
              <a:lnSpc>
                <a:spcPct val="120000"/>
              </a:lnSpc>
              <a:spcBef>
                <a:spcPts val="0"/>
              </a:spcBef>
              <a:spcAft>
                <a:spcPts val="1000"/>
              </a:spcAft>
              <a:buNone/>
            </a:pPr>
            <a:r>
              <a:rPr lang="en-US" sz="2600" dirty="0"/>
              <a:t>- Intercept &amp; Covariates: 28685</a:t>
            </a:r>
          </a:p>
          <a:p>
            <a:pPr marL="0" indent="0">
              <a:lnSpc>
                <a:spcPct val="120000"/>
              </a:lnSpc>
              <a:buNone/>
            </a:pPr>
            <a:r>
              <a:rPr lang="en-US" sz="2600" b="1" dirty="0"/>
              <a:t>AUC (Area Under the Curve)</a:t>
            </a:r>
            <a:endParaRPr lang="en-US" sz="2600" dirty="0"/>
          </a:p>
          <a:p>
            <a:pPr marL="0" indent="0">
              <a:lnSpc>
                <a:spcPct val="120000"/>
              </a:lnSpc>
              <a:spcBef>
                <a:spcPts val="0"/>
              </a:spcBef>
              <a:spcAft>
                <a:spcPts val="1000"/>
              </a:spcAft>
              <a:buNone/>
            </a:pPr>
            <a:r>
              <a:rPr lang="en-US" sz="2600" dirty="0"/>
              <a:t>- An AUC between 0.7-0.8 indicates good discrimination</a:t>
            </a:r>
          </a:p>
          <a:p>
            <a:pPr marL="0" indent="0">
              <a:lnSpc>
                <a:spcPct val="120000"/>
              </a:lnSpc>
              <a:buNone/>
            </a:pPr>
            <a:r>
              <a:rPr lang="en-US" sz="2600" b="1" dirty="0"/>
              <a:t>Correct vs Best model?</a:t>
            </a:r>
          </a:p>
          <a:p>
            <a:pPr>
              <a:lnSpc>
                <a:spcPct val="120000"/>
              </a:lnSpc>
              <a:buFontTx/>
              <a:buChar char="-"/>
            </a:pPr>
            <a:r>
              <a:rPr lang="en-US" sz="2600" dirty="0"/>
              <a:t>Addresses hypotheses</a:t>
            </a:r>
          </a:p>
          <a:p>
            <a:pPr>
              <a:lnSpc>
                <a:spcPct val="120000"/>
              </a:lnSpc>
              <a:buFontTx/>
              <a:buChar char="-"/>
            </a:pPr>
            <a:r>
              <a:rPr lang="en-US" sz="2600" dirty="0"/>
              <a:t>AIC can be improved</a:t>
            </a:r>
          </a:p>
          <a:p>
            <a:pPr lvl="1">
              <a:lnSpc>
                <a:spcPct val="120000"/>
              </a:lnSpc>
              <a:buFontTx/>
              <a:buChar char="-"/>
            </a:pPr>
            <a:r>
              <a:rPr lang="en-US" sz="2200" dirty="0"/>
              <a:t>It does indicate that the independents are good predictors</a:t>
            </a:r>
          </a:p>
          <a:p>
            <a:pPr>
              <a:lnSpc>
                <a:spcPct val="120000"/>
              </a:lnSpc>
              <a:buFontTx/>
              <a:buChar char="-"/>
            </a:pPr>
            <a:endParaRPr lang="en-US" sz="1500" b="1" dirty="0"/>
          </a:p>
        </p:txBody>
      </p:sp>
      <p:sp>
        <p:nvSpPr>
          <p:cNvPr id="12" name="Footer Placeholder 4">
            <a:extLst>
              <a:ext uri="{FF2B5EF4-FFF2-40B4-BE49-F238E27FC236}">
                <a16:creationId xmlns:a16="http://schemas.microsoft.com/office/drawing/2014/main" id="{6D9C7650-96A4-3383-7643-7AF99B22C811}"/>
              </a:ext>
            </a:extLst>
          </p:cNvPr>
          <p:cNvSpPr>
            <a:spLocks noGrp="1"/>
          </p:cNvSpPr>
          <p:nvPr>
            <p:ph type="ftr" sz="quarter" idx="16"/>
          </p:nvPr>
        </p:nvSpPr>
        <p:spPr>
          <a:xfrm rot="5400000">
            <a:off x="10469880" y="1609344"/>
            <a:ext cx="2670048" cy="365760"/>
          </a:xfrm>
        </p:spPr>
        <p:txBody>
          <a:bodyPr/>
          <a:lstStyle/>
          <a:p>
            <a:pPr algn="r">
              <a:spcAft>
                <a:spcPts val="600"/>
              </a:spcAft>
            </a:pPr>
            <a:r>
              <a:rPr lang="en-US" dirty="0"/>
              <a:t>Airline Satisfaction</a:t>
            </a:r>
          </a:p>
        </p:txBody>
      </p:sp>
      <p:sp>
        <p:nvSpPr>
          <p:cNvPr id="14" name="Slide Number Placeholder 5">
            <a:extLst>
              <a:ext uri="{FF2B5EF4-FFF2-40B4-BE49-F238E27FC236}">
                <a16:creationId xmlns:a16="http://schemas.microsoft.com/office/drawing/2014/main" id="{EDA3262A-781C-BA5A-43D5-7161B54E2158}"/>
              </a:ext>
            </a:extLst>
          </p:cNvPr>
          <p:cNvSpPr>
            <a:spLocks noGrp="1"/>
          </p:cNvSpPr>
          <p:nvPr>
            <p:ph type="sldNum" sz="quarter" idx="17"/>
          </p:nvPr>
        </p:nvSpPr>
        <p:spPr>
          <a:xfrm>
            <a:off x="11494008" y="3218688"/>
            <a:ext cx="630936" cy="429768"/>
          </a:xfrm>
        </p:spPr>
        <p:txBody>
          <a:bodyPr/>
          <a:lstStyle/>
          <a:p>
            <a:pPr algn="ctr">
              <a:spcAft>
                <a:spcPts val="600"/>
              </a:spcAft>
            </a:pPr>
            <a:fld id="{CC057153-B650-4DEB-B370-79DDCFDCE934}" type="slidenum">
              <a:rPr lang="en-US" smtClean="0"/>
              <a:pPr algn="ctr">
                <a:spcAft>
                  <a:spcPts val="600"/>
                </a:spcAft>
              </a:pPr>
              <a:t>7</a:t>
            </a:fld>
            <a:endParaRPr lang="en-US"/>
          </a:p>
        </p:txBody>
      </p:sp>
      <p:sp>
        <p:nvSpPr>
          <p:cNvPr id="16" name="Date Placeholder 6">
            <a:extLst>
              <a:ext uri="{FF2B5EF4-FFF2-40B4-BE49-F238E27FC236}">
                <a16:creationId xmlns:a16="http://schemas.microsoft.com/office/drawing/2014/main" id="{E4E737D2-60E6-05EB-B3E5-5A3BF09DB697}"/>
              </a:ext>
            </a:extLst>
          </p:cNvPr>
          <p:cNvSpPr>
            <a:spLocks noGrp="1"/>
          </p:cNvSpPr>
          <p:nvPr>
            <p:ph type="dt" sz="half" idx="15"/>
          </p:nvPr>
        </p:nvSpPr>
        <p:spPr>
          <a:xfrm rot="5400000">
            <a:off x="10469880" y="4892040"/>
            <a:ext cx="2670048" cy="365760"/>
          </a:xfrm>
        </p:spPr>
        <p:txBody>
          <a:bodyPr/>
          <a:lstStyle/>
          <a:p>
            <a:pPr>
              <a:spcAft>
                <a:spcPts val="600"/>
              </a:spcAft>
            </a:pPr>
            <a:fld id="{60B1AB68-E524-45F3-BDEF-1171DB6F8FE2}" type="datetime4">
              <a:rPr lang="en-US" smtClean="0"/>
              <a:pPr>
                <a:spcAft>
                  <a:spcPts val="600"/>
                </a:spcAft>
              </a:pPr>
              <a:t>June 29, 2025</a:t>
            </a:fld>
            <a:endParaRPr lang="en-US"/>
          </a:p>
        </p:txBody>
      </p:sp>
    </p:spTree>
    <p:extLst>
      <p:ext uri="{BB962C8B-B14F-4D97-AF65-F5344CB8AC3E}">
        <p14:creationId xmlns:p14="http://schemas.microsoft.com/office/powerpoint/2010/main" val="1941379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20F23-1809-2CC4-1A94-F826616D2DF4}"/>
              </a:ext>
            </a:extLst>
          </p:cNvPr>
          <p:cNvSpPr>
            <a:spLocks noGrp="1"/>
          </p:cNvSpPr>
          <p:nvPr>
            <p:ph type="title"/>
          </p:nvPr>
        </p:nvSpPr>
        <p:spPr>
          <a:xfrm>
            <a:off x="1200467" y="2320290"/>
            <a:ext cx="3691890" cy="2217420"/>
          </a:xfrm>
        </p:spPr>
        <p:txBody>
          <a:bodyPr anchor="ctr">
            <a:normAutofit/>
          </a:bodyPr>
          <a:lstStyle/>
          <a:p>
            <a:pPr>
              <a:lnSpc>
                <a:spcPct val="90000"/>
              </a:lnSpc>
            </a:pPr>
            <a:r>
              <a:rPr lang="en-US" sz="3100" dirty="0">
                <a:solidFill>
                  <a:schemeClr val="tx1"/>
                </a:solidFill>
              </a:rPr>
              <a:t>Roadblocks &amp; Considerations</a:t>
            </a:r>
          </a:p>
        </p:txBody>
      </p:sp>
      <p:pic>
        <p:nvPicPr>
          <p:cNvPr id="8" name="Picture Placeholder 7" descr="Cockpit of a commercial airplane">
            <a:extLst>
              <a:ext uri="{FF2B5EF4-FFF2-40B4-BE49-F238E27FC236}">
                <a16:creationId xmlns:a16="http://schemas.microsoft.com/office/drawing/2014/main" id="{0529763B-E4CD-EDBD-DCC5-C9F569546A19}"/>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l="20349" r="20348" b="-1"/>
          <a:stretch>
            <a:fillRect/>
          </a:stretch>
        </p:blipFill>
        <p:spPr>
          <a:xfrm>
            <a:off x="20" y="10"/>
            <a:ext cx="6092805" cy="6857990"/>
          </a:xfrm>
          <a:noFill/>
        </p:spPr>
      </p:pic>
      <p:sp>
        <p:nvSpPr>
          <p:cNvPr id="4" name="Content Placeholder 3">
            <a:extLst>
              <a:ext uri="{FF2B5EF4-FFF2-40B4-BE49-F238E27FC236}">
                <a16:creationId xmlns:a16="http://schemas.microsoft.com/office/drawing/2014/main" id="{CBAD71A6-1036-A099-9BDF-27C11F75648B}"/>
              </a:ext>
            </a:extLst>
          </p:cNvPr>
          <p:cNvSpPr>
            <a:spLocks noGrp="1"/>
          </p:cNvSpPr>
          <p:nvPr>
            <p:ph sz="quarter" idx="13"/>
          </p:nvPr>
        </p:nvSpPr>
        <p:spPr>
          <a:xfrm>
            <a:off x="6260612" y="608990"/>
            <a:ext cx="5578462" cy="5640019"/>
          </a:xfrm>
        </p:spPr>
        <p:txBody>
          <a:bodyPr anchor="ctr">
            <a:normAutofit/>
          </a:bodyPr>
          <a:lstStyle/>
          <a:p>
            <a:pPr>
              <a:lnSpc>
                <a:spcPct val="120000"/>
              </a:lnSpc>
            </a:pPr>
            <a:r>
              <a:rPr lang="en-US" sz="3200" dirty="0">
                <a:solidFill>
                  <a:schemeClr val="tx1"/>
                </a:solidFill>
              </a:rPr>
              <a:t>Adding more variables?</a:t>
            </a:r>
          </a:p>
          <a:p>
            <a:pPr>
              <a:lnSpc>
                <a:spcPct val="120000"/>
              </a:lnSpc>
            </a:pPr>
            <a:r>
              <a:rPr lang="en-US" sz="3200" dirty="0">
                <a:solidFill>
                  <a:schemeClr val="tx1"/>
                </a:solidFill>
              </a:rPr>
              <a:t>Including rows with missing values?</a:t>
            </a:r>
          </a:p>
          <a:p>
            <a:pPr>
              <a:lnSpc>
                <a:spcPct val="120000"/>
              </a:lnSpc>
            </a:pPr>
            <a:r>
              <a:rPr lang="en-US" sz="3200" dirty="0">
                <a:solidFill>
                  <a:schemeClr val="tx1"/>
                </a:solidFill>
              </a:rPr>
              <a:t>Multicollinearity</a:t>
            </a:r>
          </a:p>
          <a:p>
            <a:pPr lvl="1">
              <a:lnSpc>
                <a:spcPct val="120000"/>
              </a:lnSpc>
            </a:pPr>
            <a:endParaRPr lang="en-US" sz="1300" dirty="0">
              <a:solidFill>
                <a:schemeClr val="tx1"/>
              </a:solidFill>
            </a:endParaRPr>
          </a:p>
        </p:txBody>
      </p:sp>
      <p:sp>
        <p:nvSpPr>
          <p:cNvPr id="19" name="Footer Placeholder 4">
            <a:extLst>
              <a:ext uri="{FF2B5EF4-FFF2-40B4-BE49-F238E27FC236}">
                <a16:creationId xmlns:a16="http://schemas.microsoft.com/office/drawing/2014/main" id="{0369FAF0-A105-96F9-5F33-F4FBE9A60104}"/>
              </a:ext>
            </a:extLst>
          </p:cNvPr>
          <p:cNvSpPr>
            <a:spLocks noGrp="1"/>
          </p:cNvSpPr>
          <p:nvPr>
            <p:ph type="ftr" sz="quarter" idx="15"/>
          </p:nvPr>
        </p:nvSpPr>
        <p:spPr>
          <a:xfrm rot="5400000">
            <a:off x="10469880" y="1609344"/>
            <a:ext cx="2670048" cy="365760"/>
          </a:xfrm>
        </p:spPr>
        <p:txBody>
          <a:bodyPr/>
          <a:lstStyle/>
          <a:p>
            <a:pPr>
              <a:spcAft>
                <a:spcPts val="600"/>
              </a:spcAft>
            </a:pPr>
            <a:r>
              <a:rPr lang="en-US"/>
              <a:t>Sample Footer Text</a:t>
            </a:r>
          </a:p>
        </p:txBody>
      </p:sp>
      <p:sp>
        <p:nvSpPr>
          <p:cNvPr id="20" name="Slide Number Placeholder 5">
            <a:extLst>
              <a:ext uri="{FF2B5EF4-FFF2-40B4-BE49-F238E27FC236}">
                <a16:creationId xmlns:a16="http://schemas.microsoft.com/office/drawing/2014/main" id="{59BA97A7-77B6-FBE9-0D8A-FB7CBE9B1F85}"/>
              </a:ext>
            </a:extLst>
          </p:cNvPr>
          <p:cNvSpPr>
            <a:spLocks noGrp="1"/>
          </p:cNvSpPr>
          <p:nvPr>
            <p:ph type="sldNum" sz="quarter" idx="16"/>
          </p:nvPr>
        </p:nvSpPr>
        <p:spPr>
          <a:xfrm>
            <a:off x="11494008" y="3218688"/>
            <a:ext cx="630936" cy="429768"/>
          </a:xfrm>
        </p:spPr>
        <p:txBody>
          <a:bodyPr/>
          <a:lstStyle/>
          <a:p>
            <a:pPr>
              <a:spcAft>
                <a:spcPts val="600"/>
              </a:spcAft>
            </a:pPr>
            <a:fld id="{CC057153-B650-4DEB-B370-79DDCFDCE934}" type="slidenum">
              <a:rPr lang="en-US" smtClean="0"/>
              <a:pPr>
                <a:spcAft>
                  <a:spcPts val="600"/>
                </a:spcAft>
              </a:pPr>
              <a:t>8</a:t>
            </a:fld>
            <a:endParaRPr lang="en-US"/>
          </a:p>
        </p:txBody>
      </p:sp>
      <p:sp>
        <p:nvSpPr>
          <p:cNvPr id="21" name="Date Placeholder 6">
            <a:extLst>
              <a:ext uri="{FF2B5EF4-FFF2-40B4-BE49-F238E27FC236}">
                <a16:creationId xmlns:a16="http://schemas.microsoft.com/office/drawing/2014/main" id="{50F053AB-0372-61D8-2D44-D2487C1795B6}"/>
              </a:ext>
            </a:extLst>
          </p:cNvPr>
          <p:cNvSpPr>
            <a:spLocks noGrp="1"/>
          </p:cNvSpPr>
          <p:nvPr>
            <p:ph type="dt" sz="half" idx="14"/>
          </p:nvPr>
        </p:nvSpPr>
        <p:spPr>
          <a:xfrm rot="5400000">
            <a:off x="10469880" y="4892040"/>
            <a:ext cx="2670048" cy="365760"/>
          </a:xfrm>
        </p:spPr>
        <p:txBody>
          <a:bodyPr/>
          <a:lstStyle/>
          <a:p>
            <a:pPr>
              <a:spcAft>
                <a:spcPts val="600"/>
              </a:spcAft>
            </a:pPr>
            <a:fld id="{F987B6F1-20E0-4730-B472-4F9747DD0066}" type="datetime4">
              <a:rPr lang="en-US" smtClean="0"/>
              <a:pPr>
                <a:spcAft>
                  <a:spcPts val="600"/>
                </a:spcAft>
              </a:pPr>
              <a:t>June 29, 2025</a:t>
            </a:fld>
            <a:endParaRPr lang="en-US"/>
          </a:p>
        </p:txBody>
      </p:sp>
    </p:spTree>
    <p:extLst>
      <p:ext uri="{BB962C8B-B14F-4D97-AF65-F5344CB8AC3E}">
        <p14:creationId xmlns:p14="http://schemas.microsoft.com/office/powerpoint/2010/main" val="3599844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71F33-A930-B5EA-00AC-50D3CFD92C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F273D-2B39-F9BB-8AB0-84454DBA2102}"/>
              </a:ext>
            </a:extLst>
          </p:cNvPr>
          <p:cNvSpPr>
            <a:spLocks noGrp="1"/>
          </p:cNvSpPr>
          <p:nvPr>
            <p:ph type="title"/>
          </p:nvPr>
        </p:nvSpPr>
        <p:spPr>
          <a:xfrm>
            <a:off x="505326" y="426584"/>
            <a:ext cx="10988682" cy="419662"/>
          </a:xfrm>
        </p:spPr>
        <p:txBody>
          <a:bodyPr vert="horz" lIns="91440" tIns="45720" rIns="91440" bIns="45720" rtlCol="0" anchor="b">
            <a:noAutofit/>
          </a:bodyPr>
          <a:lstStyle/>
          <a:p>
            <a:r>
              <a:rPr lang="en-US" sz="3600" b="1" kern="1200" cap="all" spc="500" baseline="0" dirty="0">
                <a:latin typeface="+mj-lt"/>
                <a:ea typeface="+mj-ea"/>
                <a:cs typeface="+mj-cs"/>
              </a:rPr>
              <a:t>Conclusion</a:t>
            </a:r>
          </a:p>
        </p:txBody>
      </p:sp>
      <p:sp>
        <p:nvSpPr>
          <p:cNvPr id="18" name="Text Placeholder 2">
            <a:extLst>
              <a:ext uri="{FF2B5EF4-FFF2-40B4-BE49-F238E27FC236}">
                <a16:creationId xmlns:a16="http://schemas.microsoft.com/office/drawing/2014/main" id="{E74FAD96-1D61-ED47-3F86-49742E190C60}"/>
              </a:ext>
            </a:extLst>
          </p:cNvPr>
          <p:cNvSpPr>
            <a:spLocks noGrp="1"/>
          </p:cNvSpPr>
          <p:nvPr>
            <p:ph type="body" idx="1"/>
          </p:nvPr>
        </p:nvSpPr>
        <p:spPr>
          <a:xfrm>
            <a:off x="612648" y="1303443"/>
            <a:ext cx="5029200" cy="559834"/>
          </a:xfrm>
        </p:spPr>
        <p:txBody>
          <a:bodyPr/>
          <a:lstStyle/>
          <a:p>
            <a:r>
              <a:rPr lang="en-US" b="1" dirty="0"/>
              <a:t>Next Steps</a:t>
            </a:r>
          </a:p>
        </p:txBody>
      </p:sp>
      <p:sp>
        <p:nvSpPr>
          <p:cNvPr id="11" name="Content Placeholder 10">
            <a:extLst>
              <a:ext uri="{FF2B5EF4-FFF2-40B4-BE49-F238E27FC236}">
                <a16:creationId xmlns:a16="http://schemas.microsoft.com/office/drawing/2014/main" id="{469A6661-6041-FFD2-B8B0-C5B1CDD8B186}"/>
              </a:ext>
            </a:extLst>
          </p:cNvPr>
          <p:cNvSpPr>
            <a:spLocks noGrp="1"/>
          </p:cNvSpPr>
          <p:nvPr>
            <p:ph type="body" sz="quarter" idx="13"/>
          </p:nvPr>
        </p:nvSpPr>
        <p:spPr>
          <a:xfrm>
            <a:off x="612648" y="1943587"/>
            <a:ext cx="5029200" cy="3698747"/>
          </a:xfrm>
        </p:spPr>
        <p:txBody>
          <a:bodyPr vert="horz" lIns="91440" tIns="45720" rIns="91440" bIns="45720" rtlCol="0">
            <a:normAutofit/>
          </a:bodyPr>
          <a:lstStyle/>
          <a:p>
            <a:pPr lvl="0"/>
            <a:r>
              <a:rPr lang="en-US" dirty="0"/>
              <a:t>Improve experience for Eco Plus class</a:t>
            </a:r>
          </a:p>
          <a:p>
            <a:r>
              <a:rPr lang="en-US" dirty="0"/>
              <a:t>Focus on remedies for minimizing delays, prioritize minimizing arrival vs departure delays</a:t>
            </a:r>
          </a:p>
          <a:p>
            <a:pPr lvl="0"/>
            <a:r>
              <a:rPr lang="en-US" dirty="0"/>
              <a:t>Start recording returning customers versus new customers</a:t>
            </a:r>
          </a:p>
          <a:p>
            <a:pPr lvl="0"/>
            <a:r>
              <a:rPr lang="en-US" dirty="0"/>
              <a:t>Create A/B testing to address class differences, delays, and staff training</a:t>
            </a:r>
          </a:p>
        </p:txBody>
      </p:sp>
      <p:sp>
        <p:nvSpPr>
          <p:cNvPr id="20" name="Text Placeholder 4">
            <a:extLst>
              <a:ext uri="{FF2B5EF4-FFF2-40B4-BE49-F238E27FC236}">
                <a16:creationId xmlns:a16="http://schemas.microsoft.com/office/drawing/2014/main" id="{4DE5E92C-E965-8137-1779-31EDCC4ADA93}"/>
              </a:ext>
            </a:extLst>
          </p:cNvPr>
          <p:cNvSpPr>
            <a:spLocks noGrp="1"/>
          </p:cNvSpPr>
          <p:nvPr>
            <p:ph type="body" sz="quarter" idx="3"/>
          </p:nvPr>
        </p:nvSpPr>
        <p:spPr>
          <a:xfrm>
            <a:off x="6382512" y="1303443"/>
            <a:ext cx="5029200" cy="559834"/>
          </a:xfrm>
        </p:spPr>
        <p:txBody>
          <a:bodyPr>
            <a:normAutofit fontScale="92500"/>
          </a:bodyPr>
          <a:lstStyle/>
          <a:p>
            <a:r>
              <a:rPr lang="en-US" b="1" dirty="0"/>
              <a:t>Implementation Recommendations</a:t>
            </a:r>
          </a:p>
        </p:txBody>
      </p:sp>
      <p:sp>
        <p:nvSpPr>
          <p:cNvPr id="13" name="Content Placeholder 10">
            <a:extLst>
              <a:ext uri="{FF2B5EF4-FFF2-40B4-BE49-F238E27FC236}">
                <a16:creationId xmlns:a16="http://schemas.microsoft.com/office/drawing/2014/main" id="{5490EDF7-9FFD-7CCD-D511-21E05775D8B3}"/>
              </a:ext>
            </a:extLst>
          </p:cNvPr>
          <p:cNvSpPr txBox="1">
            <a:spLocks/>
          </p:cNvSpPr>
          <p:nvPr/>
        </p:nvSpPr>
        <p:spPr>
          <a:xfrm>
            <a:off x="6381750" y="1943587"/>
            <a:ext cx="5029200" cy="3698747"/>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30000"/>
              </a:lnSpc>
              <a:spcBef>
                <a:spcPts val="1000"/>
              </a:spcBef>
              <a:buFont typeface="Arial" panose="020B0604020202020204" pitchFamily="34" charset="0"/>
              <a:buNone/>
              <a:defRPr lang="en-US" sz="18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6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2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0" indent="-228600">
              <a:buFont typeface="Arial" panose="020B0604020202020204" pitchFamily="34" charset="0"/>
              <a:buChar char="•"/>
            </a:pPr>
            <a:r>
              <a:rPr lang="en-US" dirty="0"/>
              <a:t>Increase staff training to have a greater impact on Eco Plus customers</a:t>
            </a:r>
          </a:p>
          <a:p>
            <a:pPr marL="228600" lvl="0" indent="-228600">
              <a:buFont typeface="Arial" panose="020B0604020202020204" pitchFamily="34" charset="0"/>
              <a:buChar char="•"/>
            </a:pPr>
            <a:r>
              <a:rPr lang="en-US" dirty="0"/>
              <a:t>Test different approaches to communicating delays</a:t>
            </a:r>
          </a:p>
          <a:p>
            <a:pPr marL="685800" lvl="1"/>
            <a:r>
              <a:rPr lang="en-US" dirty="0"/>
              <a:t>Extending departure delay vs having an arrival delay</a:t>
            </a:r>
          </a:p>
          <a:p>
            <a:pPr marL="228600" lvl="0" indent="-228600">
              <a:buFont typeface="Arial" panose="020B0604020202020204" pitchFamily="34" charset="0"/>
              <a:buChar char="•"/>
            </a:pPr>
            <a:r>
              <a:rPr lang="en-US" dirty="0"/>
              <a:t>Provide a free account to customers to sign up for. Maybe provide rewards as an incentive</a:t>
            </a:r>
          </a:p>
          <a:p>
            <a:pPr marL="228600" lvl="0" indent="-228600">
              <a:buFont typeface="Arial" panose="020B0604020202020204" pitchFamily="34" charset="0"/>
              <a:buChar char="•"/>
            </a:pPr>
            <a:r>
              <a:rPr lang="en-US" dirty="0"/>
              <a:t>Create distinct marketing messages for the three classes</a:t>
            </a:r>
          </a:p>
          <a:p>
            <a:pPr marL="228600" lvl="0" indent="-228600">
              <a:buFont typeface="Arial" panose="020B0604020202020204" pitchFamily="34" charset="0"/>
              <a:buChar char="•"/>
            </a:pPr>
            <a:endParaRPr lang="en-US" dirty="0"/>
          </a:p>
          <a:p>
            <a:pPr marL="228600" lvl="0" indent="-228600">
              <a:buFont typeface="Arial" panose="020B0604020202020204" pitchFamily="34" charset="0"/>
              <a:buChar char="•"/>
            </a:pPr>
            <a:endParaRPr lang="en-US" dirty="0"/>
          </a:p>
        </p:txBody>
      </p:sp>
      <p:sp>
        <p:nvSpPr>
          <p:cNvPr id="22" name="Footer Placeholder 6">
            <a:extLst>
              <a:ext uri="{FF2B5EF4-FFF2-40B4-BE49-F238E27FC236}">
                <a16:creationId xmlns:a16="http://schemas.microsoft.com/office/drawing/2014/main" id="{158C71BC-7402-2799-AB8D-0E40A1C5A8B2}"/>
              </a:ext>
            </a:extLst>
          </p:cNvPr>
          <p:cNvSpPr>
            <a:spLocks noGrp="1"/>
          </p:cNvSpPr>
          <p:nvPr>
            <p:ph type="ftr" sz="quarter" idx="16"/>
          </p:nvPr>
        </p:nvSpPr>
        <p:spPr>
          <a:xfrm rot="5400000">
            <a:off x="10469880" y="1609344"/>
            <a:ext cx="2670048" cy="365125"/>
          </a:xfrm>
        </p:spPr>
        <p:txBody>
          <a:bodyPr/>
          <a:lstStyle/>
          <a:p>
            <a:pPr algn="r">
              <a:spcAft>
                <a:spcPts val="600"/>
              </a:spcAft>
            </a:pPr>
            <a:r>
              <a:rPr lang="en-US" dirty="0"/>
              <a:t>Airline Satisfaction</a:t>
            </a:r>
          </a:p>
        </p:txBody>
      </p:sp>
      <p:sp>
        <p:nvSpPr>
          <p:cNvPr id="24" name="Slide Number Placeholder 7">
            <a:extLst>
              <a:ext uri="{FF2B5EF4-FFF2-40B4-BE49-F238E27FC236}">
                <a16:creationId xmlns:a16="http://schemas.microsoft.com/office/drawing/2014/main" id="{1DAE441E-76D5-E79C-95C3-C4A2CB6242C4}"/>
              </a:ext>
            </a:extLst>
          </p:cNvPr>
          <p:cNvSpPr>
            <a:spLocks noGrp="1"/>
          </p:cNvSpPr>
          <p:nvPr>
            <p:ph type="sldNum" sz="quarter" idx="17"/>
          </p:nvPr>
        </p:nvSpPr>
        <p:spPr>
          <a:xfrm>
            <a:off x="11494008" y="3218688"/>
            <a:ext cx="630936" cy="429768"/>
          </a:xfrm>
        </p:spPr>
        <p:txBody>
          <a:bodyPr/>
          <a:lstStyle/>
          <a:p>
            <a:pPr algn="ctr">
              <a:spcAft>
                <a:spcPts val="600"/>
              </a:spcAft>
            </a:pPr>
            <a:fld id="{8D252C1B-CBF0-4A4D-8F57-7FB989103249}" type="slidenum">
              <a:rPr lang="en-US" smtClean="0"/>
              <a:pPr algn="ctr">
                <a:spcAft>
                  <a:spcPts val="600"/>
                </a:spcAft>
              </a:pPr>
              <a:t>9</a:t>
            </a:fld>
            <a:endParaRPr lang="en-US"/>
          </a:p>
        </p:txBody>
      </p:sp>
      <p:sp>
        <p:nvSpPr>
          <p:cNvPr id="26" name="Date Placeholder 8">
            <a:extLst>
              <a:ext uri="{FF2B5EF4-FFF2-40B4-BE49-F238E27FC236}">
                <a16:creationId xmlns:a16="http://schemas.microsoft.com/office/drawing/2014/main" id="{2766D2EB-06C7-6B70-F5A4-5C81A140B36E}"/>
              </a:ext>
            </a:extLst>
          </p:cNvPr>
          <p:cNvSpPr>
            <a:spLocks noGrp="1"/>
          </p:cNvSpPr>
          <p:nvPr>
            <p:ph type="dt" sz="half" idx="15"/>
          </p:nvPr>
        </p:nvSpPr>
        <p:spPr>
          <a:xfrm rot="5400000">
            <a:off x="10479024" y="4882896"/>
            <a:ext cx="2670048" cy="365125"/>
          </a:xfrm>
        </p:spPr>
        <p:txBody>
          <a:bodyPr/>
          <a:lstStyle/>
          <a:p>
            <a:pPr>
              <a:spcAft>
                <a:spcPts val="600"/>
              </a:spcAft>
            </a:pPr>
            <a:fld id="{1334C91E-202E-4F31-89CE-0789502AC959}" type="datetime4">
              <a:rPr lang="en-US" smtClean="0"/>
              <a:pPr>
                <a:spcAft>
                  <a:spcPts val="600"/>
                </a:spcAft>
              </a:pPr>
              <a:t>June 29, 2025</a:t>
            </a:fld>
            <a:endParaRPr lang="en-US"/>
          </a:p>
        </p:txBody>
      </p:sp>
      <p:cxnSp>
        <p:nvCxnSpPr>
          <p:cNvPr id="6" name="Straight Connector 5">
            <a:extLst>
              <a:ext uri="{FF2B5EF4-FFF2-40B4-BE49-F238E27FC236}">
                <a16:creationId xmlns:a16="http://schemas.microsoft.com/office/drawing/2014/main" id="{6D8FA77B-4F71-1F55-9CF6-1CE5BC4A1FF4}"/>
              </a:ext>
            </a:extLst>
          </p:cNvPr>
          <p:cNvCxnSpPr>
            <a:cxnSpLocks/>
          </p:cNvCxnSpPr>
          <p:nvPr/>
        </p:nvCxnSpPr>
        <p:spPr>
          <a:xfrm>
            <a:off x="505326" y="745957"/>
            <a:ext cx="10988682"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21387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F506C7A-A3A6-0034-B433-5C4FF1876432}"/>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4A209B1-CECE-7466-7044-9D73619E56A1}"/>
              </a:ext>
            </a:extLst>
          </p:cNvPr>
          <p:cNvSpPr>
            <a:spLocks noGrp="1"/>
          </p:cNvSpPr>
          <p:nvPr>
            <p:ph type="title"/>
          </p:nvPr>
        </p:nvSpPr>
        <p:spPr>
          <a:xfrm>
            <a:off x="275925" y="124968"/>
            <a:ext cx="3986784" cy="3813048"/>
          </a:xfrm>
        </p:spPr>
        <p:txBody>
          <a:bodyPr anchor="t">
            <a:normAutofit/>
          </a:bodyPr>
          <a:lstStyle/>
          <a:p>
            <a:r>
              <a:rPr lang="en-US" dirty="0"/>
              <a:t>Q &amp; A</a:t>
            </a:r>
          </a:p>
        </p:txBody>
      </p:sp>
      <p:sp>
        <p:nvSpPr>
          <p:cNvPr id="14" name="Footer Placeholder 3">
            <a:extLst>
              <a:ext uri="{FF2B5EF4-FFF2-40B4-BE49-F238E27FC236}">
                <a16:creationId xmlns:a16="http://schemas.microsoft.com/office/drawing/2014/main" id="{A3A5289A-DCB9-5A81-BD51-B5BCD42F7729}"/>
              </a:ext>
            </a:extLst>
          </p:cNvPr>
          <p:cNvSpPr>
            <a:spLocks noGrp="1"/>
          </p:cNvSpPr>
          <p:nvPr>
            <p:ph type="ftr" sz="quarter" idx="15"/>
          </p:nvPr>
        </p:nvSpPr>
        <p:spPr>
          <a:xfrm rot="5400000">
            <a:off x="10469880" y="1609344"/>
            <a:ext cx="2670048" cy="365760"/>
          </a:xfrm>
        </p:spPr>
        <p:txBody>
          <a:bodyPr anchor="ctr">
            <a:normAutofit/>
          </a:bodyPr>
          <a:lstStyle/>
          <a:p>
            <a:pPr>
              <a:spcAft>
                <a:spcPts val="600"/>
              </a:spcAft>
            </a:pPr>
            <a:r>
              <a:rPr lang="en-US" dirty="0"/>
              <a:t>Airline Satisfaction</a:t>
            </a:r>
          </a:p>
        </p:txBody>
      </p:sp>
      <p:sp>
        <p:nvSpPr>
          <p:cNvPr id="16" name="Slide Number Placeholder 4">
            <a:extLst>
              <a:ext uri="{FF2B5EF4-FFF2-40B4-BE49-F238E27FC236}">
                <a16:creationId xmlns:a16="http://schemas.microsoft.com/office/drawing/2014/main" id="{86AD9991-22D0-4F4F-D82E-54D0835B3D9E}"/>
              </a:ext>
            </a:extLst>
          </p:cNvPr>
          <p:cNvSpPr>
            <a:spLocks noGrp="1"/>
          </p:cNvSpPr>
          <p:nvPr>
            <p:ph type="sldNum" sz="quarter" idx="16"/>
          </p:nvPr>
        </p:nvSpPr>
        <p:spPr>
          <a:xfrm>
            <a:off x="11494008" y="3218688"/>
            <a:ext cx="630936" cy="429768"/>
          </a:xfrm>
        </p:spPr>
        <p:txBody>
          <a:bodyPr anchor="ctr">
            <a:normAutofit/>
          </a:bodyPr>
          <a:lstStyle/>
          <a:p>
            <a:pPr>
              <a:spcAft>
                <a:spcPts val="600"/>
              </a:spcAft>
            </a:pPr>
            <a:fld id="{CC057153-B650-4DEB-B370-79DDCFDCE934}" type="slidenum">
              <a:rPr lang="en-US" smtClean="0"/>
              <a:pPr>
                <a:spcAft>
                  <a:spcPts val="600"/>
                </a:spcAft>
              </a:pPr>
              <a:t>10</a:t>
            </a:fld>
            <a:endParaRPr lang="en-US" dirty="0"/>
          </a:p>
        </p:txBody>
      </p:sp>
      <p:sp>
        <p:nvSpPr>
          <p:cNvPr id="12" name="Date Placeholder 2">
            <a:extLst>
              <a:ext uri="{FF2B5EF4-FFF2-40B4-BE49-F238E27FC236}">
                <a16:creationId xmlns:a16="http://schemas.microsoft.com/office/drawing/2014/main" id="{2836DBD5-4A4E-84F5-6D01-C58CBF1FADFC}"/>
              </a:ext>
            </a:extLst>
          </p:cNvPr>
          <p:cNvSpPr>
            <a:spLocks noGrp="1"/>
          </p:cNvSpPr>
          <p:nvPr>
            <p:ph type="dt" sz="half" idx="14"/>
          </p:nvPr>
        </p:nvSpPr>
        <p:spPr>
          <a:xfrm rot="5400000">
            <a:off x="10469880" y="4892040"/>
            <a:ext cx="2670048" cy="365760"/>
          </a:xfrm>
        </p:spPr>
        <p:txBody>
          <a:bodyPr anchor="ctr">
            <a:normAutofit/>
          </a:bodyPr>
          <a:lstStyle/>
          <a:p>
            <a:pPr>
              <a:spcAft>
                <a:spcPts val="600"/>
              </a:spcAft>
            </a:pPr>
            <a:r>
              <a:rPr lang="en-US"/>
              <a:t>2/6/2025</a:t>
            </a:r>
          </a:p>
        </p:txBody>
      </p:sp>
    </p:spTree>
    <p:extLst>
      <p:ext uri="{BB962C8B-B14F-4D97-AF65-F5344CB8AC3E}">
        <p14:creationId xmlns:p14="http://schemas.microsoft.com/office/powerpoint/2010/main" val="2999686948"/>
      </p:ext>
    </p:extLst>
  </p:cSld>
  <p:clrMapOvr>
    <a:masterClrMapping/>
  </p:clrMapOvr>
</p:sld>
</file>

<file path=ppt/theme/theme1.xml><?xml version="1.0" encoding="utf-8"?>
<a:theme xmlns:a="http://schemas.openxmlformats.org/drawingml/2006/main" name="Portal">
  <a:themeElements>
    <a:clrScheme name="Portal">
      <a:dk1>
        <a:sysClr val="windowText" lastClr="000000"/>
      </a:dk1>
      <a:lt1>
        <a:sysClr val="window" lastClr="FFFFFF"/>
      </a:lt1>
      <a:dk2>
        <a:srgbClr val="051618"/>
      </a:dk2>
      <a:lt2>
        <a:srgbClr val="EEEEE7"/>
      </a:lt2>
      <a:accent1>
        <a:srgbClr val="2E744E"/>
      </a:accent1>
      <a:accent2>
        <a:srgbClr val="64924A"/>
      </a:accent2>
      <a:accent3>
        <a:srgbClr val="A9A747"/>
      </a:accent3>
      <a:accent4>
        <a:srgbClr val="20758C"/>
      </a:accent4>
      <a:accent5>
        <a:srgbClr val="23958F"/>
      </a:accent5>
      <a:accent6>
        <a:srgbClr val="E48754"/>
      </a:accent6>
      <a:hlink>
        <a:srgbClr val="64924A"/>
      </a:hlink>
      <a:folHlink>
        <a:srgbClr val="23958F"/>
      </a:folHlink>
    </a:clrScheme>
    <a:fontScheme name="Portal">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rtal_win32_DN_V3" id="{E9FDF70A-E247-4F49-9C0E-6AD845C43691}" vid="{BF28B221-EE61-4668-B95F-EFA93621CE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A6D6122-080C-4098-9E2F-0C5544D51A95}">
  <we:reference id="wa104379997" version="3.0.0.0" store="en-US" storeType="OMEX"/>
  <we:alternateReferences>
    <we:reference id="wa104379997" version="3.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58FA3D-A826-43DA-80EA-B299A09ACEB0}">
  <ds:schemaRefs>
    <ds:schemaRef ds:uri="http://schemas.microsoft.com/sharepoint/v3/contenttype/forms"/>
  </ds:schemaRefs>
</ds:datastoreItem>
</file>

<file path=customXml/itemProps2.xml><?xml version="1.0" encoding="utf-8"?>
<ds:datastoreItem xmlns:ds="http://schemas.openxmlformats.org/officeDocument/2006/customXml" ds:itemID="{CA09BC48-A25E-455B-9E44-23E768F82AF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6920D146-BA81-4F3A-8298-F970ADCFF0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Portal design</Template>
  <TotalTime>630</TotalTime>
  <Words>733</Words>
  <Application>Microsoft Office PowerPoint</Application>
  <PresentationFormat>Widescreen</PresentationFormat>
  <Paragraphs>120</Paragraphs>
  <Slides>10</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Trade Gothic Next Cond</vt:lpstr>
      <vt:lpstr>Trade Gothic Next Light</vt:lpstr>
      <vt:lpstr>Portal</vt:lpstr>
      <vt:lpstr>Airline Satisfaction</vt:lpstr>
      <vt:lpstr>Agenda</vt:lpstr>
      <vt:lpstr>Business Problem</vt:lpstr>
      <vt:lpstr>Predictive modeling</vt:lpstr>
      <vt:lpstr>Initial Findings</vt:lpstr>
      <vt:lpstr>Model Results</vt:lpstr>
      <vt:lpstr>Model Evaluation</vt:lpstr>
      <vt:lpstr>Roadblocks &amp; Considerations</vt:lpstr>
      <vt:lpstr>Conclusion</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Aidan Erickson</dc:creator>
  <cp:lastModifiedBy>Aidan Erickson</cp:lastModifiedBy>
  <cp:revision>1</cp:revision>
  <dcterms:created xsi:type="dcterms:W3CDTF">2025-06-27T21:35:17Z</dcterms:created>
  <dcterms:modified xsi:type="dcterms:W3CDTF">2025-06-29T17:12:13Z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